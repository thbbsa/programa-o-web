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84" r:id="rId5"/>
    <p:sldId id="285" r:id="rId6"/>
    <p:sldId id="286" r:id="rId7"/>
    <p:sldId id="287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82" r:id="rId22"/>
    <p:sldId id="283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9" r:id="rId32"/>
    <p:sldId id="290" r:id="rId33"/>
    <p:sldId id="292" r:id="rId34"/>
    <p:sldId id="295" r:id="rId35"/>
    <p:sldId id="280" r:id="rId36"/>
    <p:sldId id="281" r:id="rId37"/>
  </p:sldIdLst>
  <p:sldSz cx="12192000" cy="6858000"/>
  <p:notesSz cx="12192000" cy="6858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756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900" b="1" i="0">
                <a:solidFill>
                  <a:srgbClr val="5ECAE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rgbClr val="3F3F3F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900" b="1" i="0">
                <a:solidFill>
                  <a:srgbClr val="5ECAE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900" b="1" i="0">
                <a:solidFill>
                  <a:srgbClr val="5ECAE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424280" y="0"/>
            <a:ext cx="4764405" cy="6858000"/>
          </a:xfrm>
          <a:custGeom>
            <a:avLst/>
            <a:gdLst/>
            <a:ahLst/>
            <a:cxnLst/>
            <a:rect l="l" t="t" r="r" b="b"/>
            <a:pathLst>
              <a:path w="4764405" h="6858000">
                <a:moveTo>
                  <a:pt x="1945436" y="0"/>
                </a:moveTo>
                <a:lnTo>
                  <a:pt x="3165119" y="6858000"/>
                </a:lnTo>
              </a:path>
              <a:path w="4764405" h="6858000">
                <a:moveTo>
                  <a:pt x="4763884" y="3680282"/>
                </a:moveTo>
                <a:lnTo>
                  <a:pt x="0" y="6857276"/>
                </a:lnTo>
              </a:path>
            </a:pathLst>
          </a:custGeom>
          <a:ln w="10079">
            <a:solidFill>
              <a:srgbClr val="5E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9182006" y="12"/>
            <a:ext cx="3007995" cy="6858000"/>
          </a:xfrm>
          <a:custGeom>
            <a:avLst/>
            <a:gdLst/>
            <a:ahLst/>
            <a:cxnLst/>
            <a:rect l="l" t="t" r="r" b="b"/>
            <a:pathLst>
              <a:path w="3007995" h="6858000">
                <a:moveTo>
                  <a:pt x="3007592" y="0"/>
                </a:moveTo>
                <a:lnTo>
                  <a:pt x="2043671" y="0"/>
                </a:lnTo>
                <a:lnTo>
                  <a:pt x="0" y="6857631"/>
                </a:lnTo>
                <a:lnTo>
                  <a:pt x="3007592" y="6857631"/>
                </a:lnTo>
                <a:lnTo>
                  <a:pt x="3007592" y="0"/>
                </a:lnTo>
                <a:close/>
              </a:path>
            </a:pathLst>
          </a:custGeom>
          <a:solidFill>
            <a:srgbClr val="5ECAEE">
              <a:alpha val="35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605112" y="12"/>
            <a:ext cx="2586355" cy="6858000"/>
          </a:xfrm>
          <a:custGeom>
            <a:avLst/>
            <a:gdLst/>
            <a:ahLst/>
            <a:cxnLst/>
            <a:rect l="l" t="t" r="r" b="b"/>
            <a:pathLst>
              <a:path w="2586354" h="6858000">
                <a:moveTo>
                  <a:pt x="2586277" y="0"/>
                </a:moveTo>
                <a:lnTo>
                  <a:pt x="0" y="0"/>
                </a:lnTo>
                <a:lnTo>
                  <a:pt x="1207720" y="6857631"/>
                </a:lnTo>
                <a:lnTo>
                  <a:pt x="2586277" y="6857631"/>
                </a:lnTo>
                <a:lnTo>
                  <a:pt x="2586277" y="0"/>
                </a:lnTo>
                <a:close/>
              </a:path>
            </a:pathLst>
          </a:custGeom>
          <a:solidFill>
            <a:srgbClr val="5ECAEE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933040" y="3047758"/>
            <a:ext cx="3259454" cy="3810635"/>
          </a:xfrm>
          <a:custGeom>
            <a:avLst/>
            <a:gdLst/>
            <a:ahLst/>
            <a:cxnLst/>
            <a:rect l="l" t="t" r="r" b="b"/>
            <a:pathLst>
              <a:path w="3259454" h="3810634">
                <a:moveTo>
                  <a:pt x="3259074" y="0"/>
                </a:moveTo>
                <a:lnTo>
                  <a:pt x="0" y="3810596"/>
                </a:lnTo>
                <a:lnTo>
                  <a:pt x="3259074" y="3810596"/>
                </a:lnTo>
                <a:lnTo>
                  <a:pt x="3259074" y="0"/>
                </a:lnTo>
                <a:close/>
              </a:path>
            </a:pathLst>
          </a:custGeom>
          <a:solidFill>
            <a:srgbClr val="16AFE3">
              <a:alpha val="65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337293" y="12"/>
            <a:ext cx="2852420" cy="6858000"/>
          </a:xfrm>
          <a:custGeom>
            <a:avLst/>
            <a:gdLst/>
            <a:ahLst/>
            <a:cxnLst/>
            <a:rect l="l" t="t" r="r" b="b"/>
            <a:pathLst>
              <a:path w="2852420" h="6858000">
                <a:moveTo>
                  <a:pt x="2852306" y="0"/>
                </a:moveTo>
                <a:lnTo>
                  <a:pt x="0" y="0"/>
                </a:lnTo>
                <a:lnTo>
                  <a:pt x="2468294" y="6857631"/>
                </a:lnTo>
                <a:lnTo>
                  <a:pt x="2852306" y="6857631"/>
                </a:lnTo>
                <a:lnTo>
                  <a:pt x="2852306" y="0"/>
                </a:lnTo>
                <a:close/>
              </a:path>
            </a:pathLst>
          </a:custGeom>
          <a:solidFill>
            <a:srgbClr val="16AFE3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899105" y="12"/>
            <a:ext cx="1290955" cy="6858000"/>
          </a:xfrm>
          <a:custGeom>
            <a:avLst/>
            <a:gdLst/>
            <a:ahLst/>
            <a:cxnLst/>
            <a:rect l="l" t="t" r="r" b="b"/>
            <a:pathLst>
              <a:path w="1290954" h="6858000">
                <a:moveTo>
                  <a:pt x="1290493" y="0"/>
                </a:moveTo>
                <a:lnTo>
                  <a:pt x="1018956" y="0"/>
                </a:lnTo>
                <a:lnTo>
                  <a:pt x="0" y="6857631"/>
                </a:lnTo>
                <a:lnTo>
                  <a:pt x="1290493" y="6857631"/>
                </a:lnTo>
                <a:lnTo>
                  <a:pt x="1290493" y="0"/>
                </a:lnTo>
                <a:close/>
              </a:path>
            </a:pathLst>
          </a:custGeom>
          <a:solidFill>
            <a:srgbClr val="2D82C2">
              <a:alpha val="6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940960" y="12"/>
            <a:ext cx="1249045" cy="6858000"/>
          </a:xfrm>
          <a:custGeom>
            <a:avLst/>
            <a:gdLst/>
            <a:ahLst/>
            <a:cxnLst/>
            <a:rect l="l" t="t" r="r" b="b"/>
            <a:pathLst>
              <a:path w="1249045" h="6858000">
                <a:moveTo>
                  <a:pt x="1248638" y="0"/>
                </a:moveTo>
                <a:lnTo>
                  <a:pt x="0" y="0"/>
                </a:lnTo>
                <a:lnTo>
                  <a:pt x="1108125" y="6857631"/>
                </a:lnTo>
                <a:lnTo>
                  <a:pt x="1248638" y="6857631"/>
                </a:lnTo>
                <a:lnTo>
                  <a:pt x="1248638" y="0"/>
                </a:lnTo>
                <a:close/>
              </a:path>
            </a:pathLst>
          </a:custGeom>
          <a:solidFill>
            <a:srgbClr val="226191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370514" y="3588842"/>
            <a:ext cx="1819275" cy="3269615"/>
          </a:xfrm>
          <a:custGeom>
            <a:avLst/>
            <a:gdLst/>
            <a:ahLst/>
            <a:cxnLst/>
            <a:rect l="l" t="t" r="r" b="b"/>
            <a:pathLst>
              <a:path w="1819275" h="3269615">
                <a:moveTo>
                  <a:pt x="1819084" y="0"/>
                </a:moveTo>
                <a:lnTo>
                  <a:pt x="0" y="3269513"/>
                </a:lnTo>
                <a:lnTo>
                  <a:pt x="1819084" y="3269513"/>
                </a:lnTo>
                <a:lnTo>
                  <a:pt x="1819084" y="0"/>
                </a:lnTo>
                <a:close/>
              </a:path>
            </a:pathLst>
          </a:custGeom>
          <a:solidFill>
            <a:srgbClr val="16AFE3">
              <a:alpha val="65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0" y="4012920"/>
            <a:ext cx="450215" cy="2845435"/>
          </a:xfrm>
          <a:custGeom>
            <a:avLst/>
            <a:gdLst/>
            <a:ahLst/>
            <a:cxnLst/>
            <a:rect l="l" t="t" r="r" b="b"/>
            <a:pathLst>
              <a:path w="450215" h="2845434">
                <a:moveTo>
                  <a:pt x="0" y="0"/>
                </a:moveTo>
                <a:lnTo>
                  <a:pt x="0" y="2845435"/>
                </a:lnTo>
                <a:lnTo>
                  <a:pt x="449643" y="2845435"/>
                </a:lnTo>
                <a:lnTo>
                  <a:pt x="0" y="0"/>
                </a:lnTo>
                <a:close/>
              </a:path>
            </a:pathLst>
          </a:custGeom>
          <a:solidFill>
            <a:srgbClr val="5ECAEE">
              <a:alpha val="6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16453" y="1733295"/>
            <a:ext cx="6759092" cy="1520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900" b="1" i="0">
                <a:solidFill>
                  <a:srgbClr val="5ECAE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5535" y="1494651"/>
            <a:ext cx="8879205" cy="19475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rgbClr val="3F3F3F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ol.com.br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uol.com.br.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uol.com.br/" TargetMode="Externa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uol.com.br/" TargetMode="Externa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uol.com.br/" TargetMode="Externa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volutionoftheweb.com/?hl=pt-br" TargetMode="Externa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c.br/" TargetMode="Externa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s.statcounter.com/browser-market-share/mobile/worldwide" TargetMode="External"/><Relationship Id="rId5" Type="http://schemas.openxmlformats.org/officeDocument/2006/relationships/hyperlink" Target="https://www.html5rocks.com/" TargetMode="External"/><Relationship Id="rId4" Type="http://schemas.openxmlformats.org/officeDocument/2006/relationships/hyperlink" Target="http://www.internetsociety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34200" y="5345188"/>
            <a:ext cx="4023436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latin typeface="Times New Roman"/>
                <a:cs typeface="Times New Roman"/>
              </a:rPr>
              <a:t>Prof: Henrique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Dias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Pastor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2"/>
            <a:ext cx="864235" cy="5690235"/>
          </a:xfrm>
          <a:custGeom>
            <a:avLst/>
            <a:gdLst/>
            <a:ahLst/>
            <a:cxnLst/>
            <a:rect l="l" t="t" r="r" b="b"/>
            <a:pathLst>
              <a:path w="864235" h="5690235">
                <a:moveTo>
                  <a:pt x="863638" y="0"/>
                </a:moveTo>
                <a:lnTo>
                  <a:pt x="71018" y="0"/>
                </a:lnTo>
                <a:lnTo>
                  <a:pt x="0" y="711"/>
                </a:lnTo>
                <a:lnTo>
                  <a:pt x="0" y="5689790"/>
                </a:lnTo>
                <a:lnTo>
                  <a:pt x="863638" y="8991"/>
                </a:lnTo>
                <a:lnTo>
                  <a:pt x="863638" y="0"/>
                </a:lnTo>
                <a:close/>
              </a:path>
            </a:pathLst>
          </a:custGeom>
          <a:solidFill>
            <a:srgbClr val="5ECAEE">
              <a:alpha val="6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2341803" y="0"/>
            <a:ext cx="9852025" cy="6868159"/>
            <a:chOff x="2341803" y="0"/>
            <a:chExt cx="9852025" cy="6868159"/>
          </a:xfrm>
        </p:grpSpPr>
        <p:sp>
          <p:nvSpPr>
            <p:cNvPr id="5" name="object 5"/>
            <p:cNvSpPr/>
            <p:nvPr/>
          </p:nvSpPr>
          <p:spPr>
            <a:xfrm>
              <a:off x="7424280" y="0"/>
              <a:ext cx="4764405" cy="6858000"/>
            </a:xfrm>
            <a:custGeom>
              <a:avLst/>
              <a:gdLst/>
              <a:ahLst/>
              <a:cxnLst/>
              <a:rect l="l" t="t" r="r" b="b"/>
              <a:pathLst>
                <a:path w="4764405" h="6858000">
                  <a:moveTo>
                    <a:pt x="1945436" y="0"/>
                  </a:moveTo>
                  <a:lnTo>
                    <a:pt x="3165119" y="6858000"/>
                  </a:lnTo>
                </a:path>
                <a:path w="4764405" h="6858000">
                  <a:moveTo>
                    <a:pt x="4763884" y="3680282"/>
                  </a:moveTo>
                  <a:lnTo>
                    <a:pt x="0" y="6857276"/>
                  </a:lnTo>
                </a:path>
              </a:pathLst>
            </a:custGeom>
            <a:ln w="10079">
              <a:solidFill>
                <a:srgbClr val="5E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82007" y="12"/>
              <a:ext cx="3007995" cy="6858000"/>
            </a:xfrm>
            <a:custGeom>
              <a:avLst/>
              <a:gdLst/>
              <a:ahLst/>
              <a:cxnLst/>
              <a:rect l="l" t="t" r="r" b="b"/>
              <a:pathLst>
                <a:path w="3007995" h="6858000">
                  <a:moveTo>
                    <a:pt x="3007592" y="0"/>
                  </a:moveTo>
                  <a:lnTo>
                    <a:pt x="2043671" y="0"/>
                  </a:lnTo>
                  <a:lnTo>
                    <a:pt x="0" y="6857631"/>
                  </a:lnTo>
                  <a:lnTo>
                    <a:pt x="3007592" y="6857631"/>
                  </a:lnTo>
                  <a:lnTo>
                    <a:pt x="3007592" y="0"/>
                  </a:lnTo>
                  <a:close/>
                </a:path>
              </a:pathLst>
            </a:custGeom>
            <a:solidFill>
              <a:srgbClr val="5ECAEE">
                <a:alpha val="3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05112" y="12"/>
              <a:ext cx="2586355" cy="6858000"/>
            </a:xfrm>
            <a:custGeom>
              <a:avLst/>
              <a:gdLst/>
              <a:ahLst/>
              <a:cxnLst/>
              <a:rect l="l" t="t" r="r" b="b"/>
              <a:pathLst>
                <a:path w="2586354" h="6858000">
                  <a:moveTo>
                    <a:pt x="2586277" y="0"/>
                  </a:moveTo>
                  <a:lnTo>
                    <a:pt x="0" y="0"/>
                  </a:lnTo>
                  <a:lnTo>
                    <a:pt x="1207720" y="6857631"/>
                  </a:lnTo>
                  <a:lnTo>
                    <a:pt x="2586277" y="6857631"/>
                  </a:lnTo>
                  <a:lnTo>
                    <a:pt x="2586277" y="0"/>
                  </a:lnTo>
                  <a:close/>
                </a:path>
              </a:pathLst>
            </a:custGeom>
            <a:solidFill>
              <a:srgbClr val="5E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33040" y="3047758"/>
              <a:ext cx="3259454" cy="3810635"/>
            </a:xfrm>
            <a:custGeom>
              <a:avLst/>
              <a:gdLst/>
              <a:ahLst/>
              <a:cxnLst/>
              <a:rect l="l" t="t" r="r" b="b"/>
              <a:pathLst>
                <a:path w="3259454" h="3810634">
                  <a:moveTo>
                    <a:pt x="3259074" y="0"/>
                  </a:moveTo>
                  <a:lnTo>
                    <a:pt x="0" y="3810596"/>
                  </a:lnTo>
                  <a:lnTo>
                    <a:pt x="3259074" y="3810596"/>
                  </a:lnTo>
                  <a:lnTo>
                    <a:pt x="3259074" y="0"/>
                  </a:lnTo>
                  <a:close/>
                </a:path>
              </a:pathLst>
            </a:custGeom>
            <a:solidFill>
              <a:srgbClr val="16AFE3">
                <a:alpha val="6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37293" y="12"/>
              <a:ext cx="2852420" cy="6858000"/>
            </a:xfrm>
            <a:custGeom>
              <a:avLst/>
              <a:gdLst/>
              <a:ahLst/>
              <a:cxnLst/>
              <a:rect l="l" t="t" r="r" b="b"/>
              <a:pathLst>
                <a:path w="2852420" h="6858000">
                  <a:moveTo>
                    <a:pt x="2852306" y="0"/>
                  </a:moveTo>
                  <a:lnTo>
                    <a:pt x="0" y="0"/>
                  </a:lnTo>
                  <a:lnTo>
                    <a:pt x="2468294" y="6857631"/>
                  </a:lnTo>
                  <a:lnTo>
                    <a:pt x="2852306" y="6857631"/>
                  </a:lnTo>
                  <a:lnTo>
                    <a:pt x="2852306" y="0"/>
                  </a:lnTo>
                  <a:close/>
                </a:path>
              </a:pathLst>
            </a:custGeom>
            <a:solidFill>
              <a:srgbClr val="16AFE3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99106" y="12"/>
              <a:ext cx="1290955" cy="6858000"/>
            </a:xfrm>
            <a:custGeom>
              <a:avLst/>
              <a:gdLst/>
              <a:ahLst/>
              <a:cxnLst/>
              <a:rect l="l" t="t" r="r" b="b"/>
              <a:pathLst>
                <a:path w="1290954" h="6858000">
                  <a:moveTo>
                    <a:pt x="1290493" y="0"/>
                  </a:moveTo>
                  <a:lnTo>
                    <a:pt x="1018956" y="0"/>
                  </a:lnTo>
                  <a:lnTo>
                    <a:pt x="0" y="6857631"/>
                  </a:lnTo>
                  <a:lnTo>
                    <a:pt x="1290493" y="6857631"/>
                  </a:lnTo>
                  <a:lnTo>
                    <a:pt x="1290493" y="0"/>
                  </a:lnTo>
                  <a:close/>
                </a:path>
              </a:pathLst>
            </a:custGeom>
            <a:solidFill>
              <a:srgbClr val="2D82C2">
                <a:alpha val="6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40961" y="12"/>
              <a:ext cx="1249045" cy="6858000"/>
            </a:xfrm>
            <a:custGeom>
              <a:avLst/>
              <a:gdLst/>
              <a:ahLst/>
              <a:cxnLst/>
              <a:rect l="l" t="t" r="r" b="b"/>
              <a:pathLst>
                <a:path w="1249045" h="6858000">
                  <a:moveTo>
                    <a:pt x="1248638" y="0"/>
                  </a:moveTo>
                  <a:lnTo>
                    <a:pt x="0" y="0"/>
                  </a:lnTo>
                  <a:lnTo>
                    <a:pt x="1108125" y="6857631"/>
                  </a:lnTo>
                  <a:lnTo>
                    <a:pt x="1248638" y="6857631"/>
                  </a:lnTo>
                  <a:lnTo>
                    <a:pt x="1248638" y="0"/>
                  </a:lnTo>
                  <a:close/>
                </a:path>
              </a:pathLst>
            </a:custGeom>
            <a:solidFill>
              <a:srgbClr val="226191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70515" y="3588842"/>
              <a:ext cx="1819275" cy="3269615"/>
            </a:xfrm>
            <a:custGeom>
              <a:avLst/>
              <a:gdLst/>
              <a:ahLst/>
              <a:cxnLst/>
              <a:rect l="l" t="t" r="r" b="b"/>
              <a:pathLst>
                <a:path w="1819275" h="3269615">
                  <a:moveTo>
                    <a:pt x="1819084" y="0"/>
                  </a:moveTo>
                  <a:lnTo>
                    <a:pt x="0" y="3269513"/>
                  </a:lnTo>
                  <a:lnTo>
                    <a:pt x="1819084" y="3269513"/>
                  </a:lnTo>
                  <a:lnTo>
                    <a:pt x="1819084" y="0"/>
                  </a:lnTo>
                  <a:close/>
                </a:path>
              </a:pathLst>
            </a:custGeom>
            <a:solidFill>
              <a:srgbClr val="16AFE3">
                <a:alpha val="65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51874" y="1564195"/>
              <a:ext cx="2827083" cy="13716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68965" y="1564195"/>
              <a:ext cx="1038606" cy="13716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85474" y="1564195"/>
              <a:ext cx="5006162" cy="13716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41803" y="2311196"/>
              <a:ext cx="7264438" cy="1371599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50074" rIns="0" bIns="0" rtlCol="0">
            <a:spAutoFit/>
          </a:bodyPr>
          <a:lstStyle/>
          <a:p>
            <a:pPr marL="1973580" marR="5080" indent="9525">
              <a:lnSpc>
                <a:spcPct val="100200"/>
              </a:lnSpc>
              <a:spcBef>
                <a:spcPts val="90"/>
              </a:spcBef>
            </a:pPr>
            <a:r>
              <a:rPr sz="4900" b="1" spc="-10" dirty="0">
                <a:solidFill>
                  <a:srgbClr val="5ECAEE"/>
                </a:solidFill>
                <a:latin typeface="Trebuchet MS"/>
                <a:cs typeface="Trebuchet MS"/>
              </a:rPr>
              <a:t>Aula</a:t>
            </a:r>
            <a:r>
              <a:rPr sz="4900" b="1" spc="-35" dirty="0">
                <a:solidFill>
                  <a:srgbClr val="5ECAEE"/>
                </a:solidFill>
                <a:latin typeface="Trebuchet MS"/>
                <a:cs typeface="Trebuchet MS"/>
              </a:rPr>
              <a:t> </a:t>
            </a:r>
            <a:r>
              <a:rPr sz="4900" b="1" dirty="0">
                <a:solidFill>
                  <a:srgbClr val="5ECAEE"/>
                </a:solidFill>
                <a:latin typeface="Trebuchet MS"/>
                <a:cs typeface="Trebuchet MS"/>
              </a:rPr>
              <a:t>1</a:t>
            </a:r>
            <a:r>
              <a:rPr sz="4900" b="1" spc="-5" dirty="0">
                <a:solidFill>
                  <a:srgbClr val="5ECAEE"/>
                </a:solidFill>
                <a:latin typeface="Trebuchet MS"/>
                <a:cs typeface="Trebuchet MS"/>
              </a:rPr>
              <a:t> </a:t>
            </a:r>
            <a:r>
              <a:rPr sz="4900" b="1" dirty="0">
                <a:solidFill>
                  <a:srgbClr val="5ECAEE"/>
                </a:solidFill>
                <a:latin typeface="Trebuchet MS"/>
                <a:cs typeface="Trebuchet MS"/>
              </a:rPr>
              <a:t>–</a:t>
            </a:r>
            <a:r>
              <a:rPr sz="4900" b="1" spc="-30" dirty="0">
                <a:solidFill>
                  <a:srgbClr val="5ECAEE"/>
                </a:solidFill>
                <a:latin typeface="Trebuchet MS"/>
                <a:cs typeface="Trebuchet MS"/>
              </a:rPr>
              <a:t> </a:t>
            </a:r>
            <a:r>
              <a:rPr sz="4900" b="1" spc="-5" dirty="0">
                <a:solidFill>
                  <a:srgbClr val="5ECAEE"/>
                </a:solidFill>
                <a:latin typeface="Trebuchet MS"/>
                <a:cs typeface="Trebuchet MS"/>
              </a:rPr>
              <a:t>Introdução</a:t>
            </a:r>
            <a:r>
              <a:rPr sz="4900" b="1" spc="-25" dirty="0">
                <a:solidFill>
                  <a:srgbClr val="5ECAEE"/>
                </a:solidFill>
                <a:latin typeface="Trebuchet MS"/>
                <a:cs typeface="Trebuchet MS"/>
              </a:rPr>
              <a:t> </a:t>
            </a:r>
            <a:r>
              <a:rPr sz="4900" b="1" spc="-10" dirty="0">
                <a:solidFill>
                  <a:srgbClr val="5ECAEE"/>
                </a:solidFill>
                <a:latin typeface="Trebuchet MS"/>
                <a:cs typeface="Trebuchet MS"/>
              </a:rPr>
              <a:t>ao </a:t>
            </a:r>
            <a:r>
              <a:rPr sz="4900" b="1" spc="-1465" dirty="0">
                <a:solidFill>
                  <a:srgbClr val="5ECAEE"/>
                </a:solidFill>
                <a:latin typeface="Trebuchet MS"/>
                <a:cs typeface="Trebuchet MS"/>
              </a:rPr>
              <a:t> </a:t>
            </a:r>
            <a:r>
              <a:rPr sz="4900" b="1" spc="-10" dirty="0">
                <a:solidFill>
                  <a:srgbClr val="5ECAEE"/>
                </a:solidFill>
                <a:latin typeface="Trebuchet MS"/>
                <a:cs typeface="Trebuchet MS"/>
              </a:rPr>
              <a:t>Desenvolvimento</a:t>
            </a:r>
            <a:r>
              <a:rPr sz="4900" b="1" spc="-30" dirty="0">
                <a:solidFill>
                  <a:srgbClr val="5ECAEE"/>
                </a:solidFill>
                <a:latin typeface="Trebuchet MS"/>
                <a:cs typeface="Trebuchet MS"/>
              </a:rPr>
              <a:t> </a:t>
            </a:r>
            <a:r>
              <a:rPr sz="4900" b="1" spc="-5" dirty="0">
                <a:solidFill>
                  <a:srgbClr val="5ECAEE"/>
                </a:solidFill>
                <a:latin typeface="Trebuchet MS"/>
                <a:cs typeface="Trebuchet MS"/>
              </a:rPr>
              <a:t>Web</a:t>
            </a:r>
            <a:endParaRPr sz="49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14093" y="4052417"/>
            <a:ext cx="295363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 err="1">
                <a:solidFill>
                  <a:srgbClr val="7E7E7E"/>
                </a:solidFill>
                <a:latin typeface="Trebuchet MS"/>
                <a:cs typeface="Trebuchet MS"/>
              </a:rPr>
              <a:t>Disciplina</a:t>
            </a:r>
            <a:r>
              <a:rPr sz="2800" spc="-45" dirty="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lang="en-US" sz="2800" spc="-5" dirty="0">
                <a:solidFill>
                  <a:srgbClr val="7E7E7E"/>
                </a:solidFill>
                <a:latin typeface="Trebuchet MS"/>
                <a:cs typeface="Trebuchet MS"/>
              </a:rPr>
              <a:t>PW1</a:t>
            </a:r>
            <a:endParaRPr sz="2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885" y="413638"/>
            <a:ext cx="3583800" cy="166860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5535" y="619823"/>
            <a:ext cx="262572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5" dirty="0"/>
              <a:t>Agenda</a:t>
            </a:r>
            <a:endParaRPr sz="6000"/>
          </a:p>
        </p:txBody>
      </p:sp>
      <p:sp>
        <p:nvSpPr>
          <p:cNvPr id="4" name="object 4"/>
          <p:cNvSpPr txBox="1"/>
          <p:nvPr/>
        </p:nvSpPr>
        <p:spPr>
          <a:xfrm>
            <a:off x="755535" y="2054581"/>
            <a:ext cx="5411470" cy="3101975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2550" spc="-245" dirty="0">
                <a:solidFill>
                  <a:srgbClr val="5ECAEE"/>
                </a:solidFill>
                <a:latin typeface="Cambria"/>
                <a:cs typeface="Cambria"/>
              </a:rPr>
              <a:t>▶</a:t>
            </a:r>
            <a:r>
              <a:rPr sz="2550" spc="-114" dirty="0">
                <a:solidFill>
                  <a:srgbClr val="5ECAEE"/>
                </a:solidFill>
                <a:latin typeface="Cambria"/>
                <a:cs typeface="Cambria"/>
              </a:rPr>
              <a:t> </a:t>
            </a:r>
            <a:r>
              <a:rPr sz="3200" spc="5" dirty="0">
                <a:solidFill>
                  <a:srgbClr val="3F3F3F"/>
                </a:solidFill>
                <a:latin typeface="Trebuchet MS"/>
                <a:cs typeface="Trebuchet MS"/>
              </a:rPr>
              <a:t>O</a:t>
            </a:r>
            <a:r>
              <a:rPr sz="32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3200" spc="-5" dirty="0">
                <a:solidFill>
                  <a:srgbClr val="3F3F3F"/>
                </a:solidFill>
                <a:latin typeface="Trebuchet MS"/>
                <a:cs typeface="Trebuchet MS"/>
              </a:rPr>
              <a:t>qu</a:t>
            </a:r>
            <a:r>
              <a:rPr sz="3200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32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3F3F3F"/>
                </a:solidFill>
                <a:latin typeface="Trebuchet MS"/>
                <a:cs typeface="Trebuchet MS"/>
              </a:rPr>
              <a:t>é</a:t>
            </a:r>
            <a:r>
              <a:rPr sz="32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3200" spc="-5" dirty="0">
                <a:solidFill>
                  <a:srgbClr val="3F3F3F"/>
                </a:solidFill>
                <a:latin typeface="Trebuchet MS"/>
                <a:cs typeface="Trebuchet MS"/>
              </a:rPr>
              <a:t>Int</a:t>
            </a:r>
            <a:r>
              <a:rPr sz="3200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3200" spc="-10" dirty="0">
                <a:solidFill>
                  <a:srgbClr val="3F3F3F"/>
                </a:solidFill>
                <a:latin typeface="Trebuchet MS"/>
                <a:cs typeface="Trebuchet MS"/>
              </a:rPr>
              <a:t>r</a:t>
            </a:r>
            <a:r>
              <a:rPr sz="3200" dirty="0">
                <a:solidFill>
                  <a:srgbClr val="3F3F3F"/>
                </a:solidFill>
                <a:latin typeface="Trebuchet MS"/>
                <a:cs typeface="Trebuchet MS"/>
              </a:rPr>
              <a:t>n</a:t>
            </a:r>
            <a:r>
              <a:rPr sz="3200" spc="-5" dirty="0">
                <a:solidFill>
                  <a:srgbClr val="3F3F3F"/>
                </a:solidFill>
                <a:latin typeface="Trebuchet MS"/>
                <a:cs typeface="Trebuchet MS"/>
              </a:rPr>
              <a:t>et?</a:t>
            </a:r>
            <a:endParaRPr sz="3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2550" spc="-250" dirty="0">
                <a:solidFill>
                  <a:srgbClr val="5ECAEE"/>
                </a:solidFill>
                <a:latin typeface="Cambria"/>
                <a:cs typeface="Cambria"/>
              </a:rPr>
              <a:t>▶</a:t>
            </a:r>
            <a:r>
              <a:rPr sz="2550" spc="-105" dirty="0">
                <a:solidFill>
                  <a:srgbClr val="5ECAEE"/>
                </a:solidFill>
                <a:latin typeface="Cambria"/>
                <a:cs typeface="Cambria"/>
              </a:rPr>
              <a:t> </a:t>
            </a:r>
            <a:r>
              <a:rPr sz="3200" spc="-5" dirty="0">
                <a:solidFill>
                  <a:srgbClr val="3F3F3F"/>
                </a:solidFill>
                <a:latin typeface="Trebuchet MS"/>
                <a:cs typeface="Trebuchet MS"/>
              </a:rPr>
              <a:t>B</a:t>
            </a:r>
            <a:r>
              <a:rPr sz="3200" dirty="0">
                <a:solidFill>
                  <a:srgbClr val="3F3F3F"/>
                </a:solidFill>
                <a:latin typeface="Trebuchet MS"/>
                <a:cs typeface="Trebuchet MS"/>
              </a:rPr>
              <a:t>reve </a:t>
            </a:r>
            <a:r>
              <a:rPr sz="3200" spc="-5" dirty="0">
                <a:solidFill>
                  <a:srgbClr val="3F3F3F"/>
                </a:solidFill>
                <a:latin typeface="Trebuchet MS"/>
                <a:cs typeface="Trebuchet MS"/>
              </a:rPr>
              <a:t>hi</a:t>
            </a:r>
            <a:r>
              <a:rPr sz="3200" dirty="0">
                <a:solidFill>
                  <a:srgbClr val="3F3F3F"/>
                </a:solidFill>
                <a:latin typeface="Trebuchet MS"/>
                <a:cs typeface="Trebuchet MS"/>
              </a:rPr>
              <a:t>s</a:t>
            </a:r>
            <a:r>
              <a:rPr sz="3200" spc="-5" dirty="0">
                <a:solidFill>
                  <a:srgbClr val="3F3F3F"/>
                </a:solidFill>
                <a:latin typeface="Trebuchet MS"/>
                <a:cs typeface="Trebuchet MS"/>
              </a:rPr>
              <a:t>t</a:t>
            </a:r>
            <a:r>
              <a:rPr sz="3200" spc="-10" dirty="0">
                <a:solidFill>
                  <a:srgbClr val="3F3F3F"/>
                </a:solidFill>
                <a:latin typeface="Trebuchet MS"/>
                <a:cs typeface="Trebuchet MS"/>
              </a:rPr>
              <a:t>ó</a:t>
            </a:r>
            <a:r>
              <a:rPr sz="3200" dirty="0">
                <a:solidFill>
                  <a:srgbClr val="3F3F3F"/>
                </a:solidFill>
                <a:latin typeface="Trebuchet MS"/>
                <a:cs typeface="Trebuchet MS"/>
              </a:rPr>
              <a:t>r</a:t>
            </a:r>
            <a:r>
              <a:rPr sz="3200" spc="-5" dirty="0">
                <a:solidFill>
                  <a:srgbClr val="3F3F3F"/>
                </a:solidFill>
                <a:latin typeface="Trebuchet MS"/>
                <a:cs typeface="Trebuchet MS"/>
              </a:rPr>
              <a:t>i</a:t>
            </a:r>
            <a:r>
              <a:rPr sz="3200" dirty="0">
                <a:solidFill>
                  <a:srgbClr val="3F3F3F"/>
                </a:solidFill>
                <a:latin typeface="Trebuchet MS"/>
                <a:cs typeface="Trebuchet MS"/>
              </a:rPr>
              <a:t>co</a:t>
            </a:r>
            <a:r>
              <a:rPr sz="3200" spc="-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3F3F3F"/>
                </a:solidFill>
                <a:latin typeface="Trebuchet MS"/>
                <a:cs typeface="Trebuchet MS"/>
              </a:rPr>
              <a:t>da</a:t>
            </a:r>
            <a:r>
              <a:rPr sz="32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3200" spc="-5" dirty="0">
                <a:solidFill>
                  <a:srgbClr val="3F3F3F"/>
                </a:solidFill>
                <a:latin typeface="Trebuchet MS"/>
                <a:cs typeface="Trebuchet MS"/>
              </a:rPr>
              <a:t>Int</a:t>
            </a:r>
            <a:r>
              <a:rPr sz="3200" dirty="0">
                <a:solidFill>
                  <a:srgbClr val="3F3F3F"/>
                </a:solidFill>
                <a:latin typeface="Trebuchet MS"/>
                <a:cs typeface="Trebuchet MS"/>
              </a:rPr>
              <a:t>er</a:t>
            </a:r>
            <a:r>
              <a:rPr sz="3200" spc="-5" dirty="0">
                <a:solidFill>
                  <a:srgbClr val="3F3F3F"/>
                </a:solidFill>
                <a:latin typeface="Trebuchet MS"/>
                <a:cs typeface="Trebuchet MS"/>
              </a:rPr>
              <a:t>n</a:t>
            </a:r>
            <a:r>
              <a:rPr sz="3200" spc="10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3200" spc="-5" dirty="0">
                <a:solidFill>
                  <a:srgbClr val="3F3F3F"/>
                </a:solidFill>
                <a:latin typeface="Trebuchet MS"/>
                <a:cs typeface="Trebuchet MS"/>
              </a:rPr>
              <a:t>t.</a:t>
            </a:r>
            <a:endParaRPr sz="3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2550" spc="-250" dirty="0">
                <a:solidFill>
                  <a:srgbClr val="5ECAEE"/>
                </a:solidFill>
                <a:latin typeface="Cambria"/>
                <a:cs typeface="Cambria"/>
              </a:rPr>
              <a:t>▶</a:t>
            </a:r>
            <a:r>
              <a:rPr sz="2550" spc="-105" dirty="0">
                <a:solidFill>
                  <a:srgbClr val="5ECAEE"/>
                </a:solidFill>
                <a:latin typeface="Cambria"/>
                <a:cs typeface="Cambria"/>
              </a:rPr>
              <a:t> </a:t>
            </a:r>
            <a:r>
              <a:rPr sz="3200" spc="-10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3200" spc="10" dirty="0">
                <a:solidFill>
                  <a:srgbClr val="3F3F3F"/>
                </a:solidFill>
                <a:latin typeface="Trebuchet MS"/>
                <a:cs typeface="Trebuchet MS"/>
              </a:rPr>
              <a:t>v</a:t>
            </a:r>
            <a:r>
              <a:rPr sz="3200" spc="-10" dirty="0">
                <a:solidFill>
                  <a:srgbClr val="3F3F3F"/>
                </a:solidFill>
                <a:latin typeface="Trebuchet MS"/>
                <a:cs typeface="Trebuchet MS"/>
              </a:rPr>
              <a:t>o</a:t>
            </a:r>
            <a:r>
              <a:rPr sz="3200" dirty="0">
                <a:solidFill>
                  <a:srgbClr val="3F3F3F"/>
                </a:solidFill>
                <a:latin typeface="Trebuchet MS"/>
                <a:cs typeface="Trebuchet MS"/>
              </a:rPr>
              <a:t>l</a:t>
            </a:r>
            <a:r>
              <a:rPr sz="3200" spc="-5" dirty="0">
                <a:solidFill>
                  <a:srgbClr val="3F3F3F"/>
                </a:solidFill>
                <a:latin typeface="Trebuchet MS"/>
                <a:cs typeface="Trebuchet MS"/>
              </a:rPr>
              <a:t>u</a:t>
            </a:r>
            <a:r>
              <a:rPr sz="3200" dirty="0">
                <a:solidFill>
                  <a:srgbClr val="3F3F3F"/>
                </a:solidFill>
                <a:latin typeface="Trebuchet MS"/>
                <a:cs typeface="Trebuchet MS"/>
              </a:rPr>
              <a:t>ç</a:t>
            </a:r>
            <a:r>
              <a:rPr sz="3200" spc="-5" dirty="0">
                <a:solidFill>
                  <a:srgbClr val="3F3F3F"/>
                </a:solidFill>
                <a:latin typeface="Trebuchet MS"/>
                <a:cs typeface="Trebuchet MS"/>
              </a:rPr>
              <a:t>ã</a:t>
            </a:r>
            <a:r>
              <a:rPr sz="3200" dirty="0">
                <a:solidFill>
                  <a:srgbClr val="3F3F3F"/>
                </a:solidFill>
                <a:latin typeface="Trebuchet MS"/>
                <a:cs typeface="Trebuchet MS"/>
              </a:rPr>
              <a:t>o</a:t>
            </a:r>
            <a:r>
              <a:rPr sz="3200" spc="-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3F3F3F"/>
                </a:solidFill>
                <a:latin typeface="Trebuchet MS"/>
                <a:cs typeface="Trebuchet MS"/>
              </a:rPr>
              <a:t>da</a:t>
            </a:r>
            <a:r>
              <a:rPr sz="3200" spc="-10" dirty="0">
                <a:solidFill>
                  <a:srgbClr val="3F3F3F"/>
                </a:solidFill>
                <a:latin typeface="Trebuchet MS"/>
                <a:cs typeface="Trebuchet MS"/>
              </a:rPr>
              <a:t> W</a:t>
            </a:r>
            <a:r>
              <a:rPr sz="3200" spc="10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3200" dirty="0">
                <a:solidFill>
                  <a:srgbClr val="3F3F3F"/>
                </a:solidFill>
                <a:latin typeface="Trebuchet MS"/>
                <a:cs typeface="Trebuchet MS"/>
              </a:rPr>
              <a:t>b</a:t>
            </a:r>
            <a:endParaRPr sz="3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2550" spc="-245" dirty="0">
                <a:solidFill>
                  <a:srgbClr val="5ECAEE"/>
                </a:solidFill>
                <a:latin typeface="Cambria"/>
                <a:cs typeface="Cambria"/>
              </a:rPr>
              <a:t>▶</a:t>
            </a:r>
            <a:r>
              <a:rPr sz="2550" spc="-114" dirty="0">
                <a:solidFill>
                  <a:srgbClr val="5ECAEE"/>
                </a:solidFill>
                <a:latin typeface="Cambria"/>
                <a:cs typeface="Cambria"/>
              </a:rPr>
              <a:t> </a:t>
            </a:r>
            <a:r>
              <a:rPr sz="3200" spc="-5" dirty="0">
                <a:solidFill>
                  <a:srgbClr val="3F3F3F"/>
                </a:solidFill>
                <a:latin typeface="Trebuchet MS"/>
                <a:cs typeface="Trebuchet MS"/>
              </a:rPr>
              <a:t>Desenvo</a:t>
            </a:r>
            <a:r>
              <a:rPr sz="3200" spc="-10" dirty="0">
                <a:solidFill>
                  <a:srgbClr val="3F3F3F"/>
                </a:solidFill>
                <a:latin typeface="Trebuchet MS"/>
                <a:cs typeface="Trebuchet MS"/>
              </a:rPr>
              <a:t>l</a:t>
            </a:r>
            <a:r>
              <a:rPr sz="3200" dirty="0">
                <a:solidFill>
                  <a:srgbClr val="3F3F3F"/>
                </a:solidFill>
                <a:latin typeface="Trebuchet MS"/>
                <a:cs typeface="Trebuchet MS"/>
              </a:rPr>
              <a:t>v</a:t>
            </a:r>
            <a:r>
              <a:rPr sz="3200" spc="-10" dirty="0">
                <a:solidFill>
                  <a:srgbClr val="3F3F3F"/>
                </a:solidFill>
                <a:latin typeface="Trebuchet MS"/>
                <a:cs typeface="Trebuchet MS"/>
              </a:rPr>
              <a:t>i</a:t>
            </a:r>
            <a:r>
              <a:rPr sz="3200" dirty="0">
                <a:solidFill>
                  <a:srgbClr val="3F3F3F"/>
                </a:solidFill>
                <a:latin typeface="Trebuchet MS"/>
                <a:cs typeface="Trebuchet MS"/>
              </a:rPr>
              <a:t>men</a:t>
            </a:r>
            <a:r>
              <a:rPr sz="3200" spc="-5" dirty="0">
                <a:solidFill>
                  <a:srgbClr val="3F3F3F"/>
                </a:solidFill>
                <a:latin typeface="Trebuchet MS"/>
                <a:cs typeface="Trebuchet MS"/>
              </a:rPr>
              <a:t>t</a:t>
            </a:r>
            <a:r>
              <a:rPr sz="3200" dirty="0">
                <a:solidFill>
                  <a:srgbClr val="3F3F3F"/>
                </a:solidFill>
                <a:latin typeface="Trebuchet MS"/>
                <a:cs typeface="Trebuchet MS"/>
              </a:rPr>
              <a:t>o</a:t>
            </a:r>
            <a:r>
              <a:rPr sz="3200" spc="-2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3200" spc="-5" dirty="0">
                <a:solidFill>
                  <a:srgbClr val="3F3F3F"/>
                </a:solidFill>
                <a:latin typeface="Trebuchet MS"/>
                <a:cs typeface="Trebuchet MS"/>
              </a:rPr>
              <a:t>Web</a:t>
            </a:r>
            <a:endParaRPr sz="3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2550" spc="-250" dirty="0">
                <a:solidFill>
                  <a:srgbClr val="5ECAEE"/>
                </a:solidFill>
                <a:latin typeface="Cambria"/>
                <a:cs typeface="Cambria"/>
              </a:rPr>
              <a:t>▶</a:t>
            </a:r>
            <a:r>
              <a:rPr sz="2550" spc="-105" dirty="0">
                <a:solidFill>
                  <a:srgbClr val="5ECAEE"/>
                </a:solidFill>
                <a:latin typeface="Cambria"/>
                <a:cs typeface="Cambria"/>
              </a:rPr>
              <a:t> </a:t>
            </a:r>
            <a:r>
              <a:rPr sz="3200" spc="-10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3200" spc="-5" dirty="0">
                <a:solidFill>
                  <a:srgbClr val="3F3F3F"/>
                </a:solidFill>
                <a:latin typeface="Trebuchet MS"/>
                <a:cs typeface="Trebuchet MS"/>
              </a:rPr>
              <a:t>ces</a:t>
            </a:r>
            <a:r>
              <a:rPr sz="3200" spc="-10" dirty="0">
                <a:solidFill>
                  <a:srgbClr val="3F3F3F"/>
                </a:solidFill>
                <a:latin typeface="Trebuchet MS"/>
                <a:cs typeface="Trebuchet MS"/>
              </a:rPr>
              <a:t>s</a:t>
            </a:r>
            <a:r>
              <a:rPr sz="3200" dirty="0">
                <a:solidFill>
                  <a:srgbClr val="3F3F3F"/>
                </a:solidFill>
                <a:latin typeface="Trebuchet MS"/>
                <a:cs typeface="Trebuchet MS"/>
              </a:rPr>
              <a:t>o</a:t>
            </a:r>
            <a:r>
              <a:rPr sz="32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3200" spc="-15" dirty="0">
                <a:solidFill>
                  <a:srgbClr val="3F3F3F"/>
                </a:solidFill>
                <a:latin typeface="Trebuchet MS"/>
                <a:cs typeface="Trebuchet MS"/>
              </a:rPr>
              <a:t> W</a:t>
            </a:r>
            <a:r>
              <a:rPr sz="3200" spc="-5" dirty="0">
                <a:solidFill>
                  <a:srgbClr val="3F3F3F"/>
                </a:solidFill>
                <a:latin typeface="Trebuchet MS"/>
                <a:cs typeface="Trebuchet MS"/>
              </a:rPr>
              <a:t>eb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1325" y="459358"/>
            <a:ext cx="5796000" cy="134352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5535" y="626300"/>
            <a:ext cx="50165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O</a:t>
            </a:r>
            <a:r>
              <a:rPr sz="4800" spc="-40" dirty="0"/>
              <a:t> </a:t>
            </a:r>
            <a:r>
              <a:rPr sz="4800" spc="-5" dirty="0"/>
              <a:t>que</a:t>
            </a:r>
            <a:r>
              <a:rPr sz="4800" spc="-35" dirty="0"/>
              <a:t> </a:t>
            </a:r>
            <a:r>
              <a:rPr sz="4800" dirty="0"/>
              <a:t>é</a:t>
            </a:r>
            <a:r>
              <a:rPr sz="4800" spc="-35" dirty="0"/>
              <a:t> </a:t>
            </a:r>
            <a:r>
              <a:rPr sz="4800" spc="-5" dirty="0"/>
              <a:t>Internet?</a:t>
            </a:r>
            <a:endParaRPr sz="4800"/>
          </a:p>
        </p:txBody>
      </p:sp>
      <p:sp>
        <p:nvSpPr>
          <p:cNvPr id="4" name="object 4"/>
          <p:cNvSpPr txBox="1"/>
          <p:nvPr/>
        </p:nvSpPr>
        <p:spPr>
          <a:xfrm>
            <a:off x="755535" y="2184387"/>
            <a:ext cx="8441690" cy="33060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 marR="5080" indent="-344170" algn="just">
              <a:lnSpc>
                <a:spcPct val="100000"/>
              </a:lnSpc>
              <a:spcBef>
                <a:spcPts val="100"/>
              </a:spcBef>
            </a:pPr>
            <a:r>
              <a:rPr sz="2200" spc="-195" dirty="0">
                <a:solidFill>
                  <a:srgbClr val="5ECAEE"/>
                </a:solidFill>
                <a:latin typeface="Cambria"/>
                <a:cs typeface="Cambria"/>
              </a:rPr>
              <a:t>▶</a:t>
            </a:r>
            <a:r>
              <a:rPr sz="2200" spc="-190" dirty="0">
                <a:solidFill>
                  <a:srgbClr val="5ECAEE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3F3F3F"/>
                </a:solidFill>
                <a:latin typeface="Trebuchet MS"/>
                <a:cs typeface="Trebuchet MS"/>
              </a:rPr>
              <a:t>A </a:t>
            </a:r>
            <a:r>
              <a:rPr sz="2800" spc="-5" dirty="0">
                <a:solidFill>
                  <a:srgbClr val="3F3F3F"/>
                </a:solidFill>
                <a:latin typeface="Trebuchet MS"/>
                <a:cs typeface="Trebuchet MS"/>
              </a:rPr>
              <a:t>Internet</a:t>
            </a:r>
            <a:r>
              <a:rPr sz="2800" dirty="0">
                <a:solidFill>
                  <a:srgbClr val="3F3F3F"/>
                </a:solidFill>
                <a:latin typeface="Trebuchet MS"/>
                <a:cs typeface="Trebuchet MS"/>
              </a:rPr>
              <a:t> é </a:t>
            </a:r>
            <a:r>
              <a:rPr sz="2800" spc="-10" dirty="0">
                <a:solidFill>
                  <a:srgbClr val="3F3F3F"/>
                </a:solidFill>
                <a:latin typeface="Trebuchet MS"/>
                <a:cs typeface="Trebuchet MS"/>
              </a:rPr>
              <a:t>uma </a:t>
            </a:r>
            <a:r>
              <a:rPr sz="2800" spc="-5" dirty="0">
                <a:solidFill>
                  <a:srgbClr val="FF0000"/>
                </a:solidFill>
                <a:latin typeface="Trebuchet MS"/>
                <a:cs typeface="Trebuchet MS"/>
              </a:rPr>
              <a:t>rede de </a:t>
            </a:r>
            <a:r>
              <a:rPr sz="2800" spc="-10" dirty="0">
                <a:solidFill>
                  <a:srgbClr val="FF0000"/>
                </a:solidFill>
                <a:latin typeface="Trebuchet MS"/>
                <a:cs typeface="Trebuchet MS"/>
              </a:rPr>
              <a:t>computadores</a:t>
            </a:r>
            <a:r>
              <a:rPr sz="2800" spc="-10" dirty="0">
                <a:solidFill>
                  <a:srgbClr val="3F3F3F"/>
                </a:solidFill>
                <a:latin typeface="Trebuchet MS"/>
                <a:cs typeface="Trebuchet MS"/>
              </a:rPr>
              <a:t>,</a:t>
            </a:r>
            <a:r>
              <a:rPr sz="2800" spc="-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Trebuchet MS"/>
                <a:cs typeface="Trebuchet MS"/>
              </a:rPr>
              <a:t>que </a:t>
            </a:r>
            <a:r>
              <a:rPr sz="2800" spc="-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Trebuchet MS"/>
                <a:cs typeface="Trebuchet MS"/>
              </a:rPr>
              <a:t>interliga </a:t>
            </a:r>
            <a:r>
              <a:rPr sz="2800" spc="-5" dirty="0">
                <a:solidFill>
                  <a:srgbClr val="3F3F3F"/>
                </a:solidFill>
                <a:latin typeface="Trebuchet MS"/>
                <a:cs typeface="Trebuchet MS"/>
              </a:rPr>
              <a:t>milhões</a:t>
            </a:r>
            <a:r>
              <a:rPr sz="280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Trebuchet MS"/>
                <a:cs typeface="Trebuchet MS"/>
              </a:rPr>
              <a:t>de </a:t>
            </a:r>
            <a:r>
              <a:rPr sz="2800" spc="-10" dirty="0">
                <a:solidFill>
                  <a:srgbClr val="3F3F3F"/>
                </a:solidFill>
                <a:latin typeface="Trebuchet MS"/>
                <a:cs typeface="Trebuchet MS"/>
              </a:rPr>
              <a:t>dispositivos</a:t>
            </a:r>
            <a:r>
              <a:rPr sz="2800" spc="-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Trebuchet MS"/>
                <a:cs typeface="Trebuchet MS"/>
              </a:rPr>
              <a:t>computacionais </a:t>
            </a:r>
            <a:r>
              <a:rPr sz="2800" spc="-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Trebuchet MS"/>
                <a:cs typeface="Trebuchet MS"/>
              </a:rPr>
              <a:t>espalhados ao </a:t>
            </a:r>
            <a:r>
              <a:rPr sz="2800" spc="-5" dirty="0">
                <a:solidFill>
                  <a:srgbClr val="3F3F3F"/>
                </a:solidFill>
                <a:latin typeface="Trebuchet MS"/>
                <a:cs typeface="Trebuchet MS"/>
              </a:rPr>
              <a:t>redor do</a:t>
            </a:r>
            <a:r>
              <a:rPr sz="28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Trebuchet MS"/>
                <a:cs typeface="Trebuchet MS"/>
              </a:rPr>
              <a:t>mundo.</a:t>
            </a:r>
            <a:endParaRPr sz="2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4600" dirty="0">
              <a:latin typeface="Trebuchet MS"/>
              <a:cs typeface="Trebuchet MS"/>
            </a:endParaRPr>
          </a:p>
          <a:p>
            <a:pPr marL="356235" marR="139700" indent="-344170">
              <a:lnSpc>
                <a:spcPct val="100000"/>
              </a:lnSpc>
              <a:spcBef>
                <a:spcPts val="5"/>
              </a:spcBef>
            </a:pPr>
            <a:r>
              <a:rPr sz="2200" spc="-195" dirty="0">
                <a:solidFill>
                  <a:srgbClr val="5ECAEE"/>
                </a:solidFill>
                <a:latin typeface="Cambria"/>
                <a:cs typeface="Cambria"/>
              </a:rPr>
              <a:t>▶</a:t>
            </a:r>
            <a:r>
              <a:rPr sz="2200" spc="95" dirty="0">
                <a:solidFill>
                  <a:srgbClr val="5ECAEE"/>
                </a:solidFill>
                <a:latin typeface="Cambria"/>
                <a:cs typeface="Cambria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Trebuchet MS"/>
                <a:cs typeface="Trebuchet MS"/>
              </a:rPr>
              <a:t>Utilizando </a:t>
            </a:r>
            <a:r>
              <a:rPr sz="2800" dirty="0">
                <a:solidFill>
                  <a:srgbClr val="3F3F3F"/>
                </a:solidFill>
                <a:latin typeface="Trebuchet MS"/>
                <a:cs typeface="Trebuchet MS"/>
              </a:rPr>
              <a:t>a </a:t>
            </a:r>
            <a:r>
              <a:rPr sz="2800" spc="-10" dirty="0">
                <a:solidFill>
                  <a:srgbClr val="FF0000"/>
                </a:solidFill>
                <a:latin typeface="Trebuchet MS"/>
                <a:cs typeface="Trebuchet MS"/>
              </a:rPr>
              <a:t>infraestrutura </a:t>
            </a:r>
            <a:r>
              <a:rPr sz="2800" spc="-5" dirty="0">
                <a:solidFill>
                  <a:srgbClr val="FF0000"/>
                </a:solidFill>
                <a:latin typeface="Trebuchet MS"/>
                <a:cs typeface="Trebuchet MS"/>
              </a:rPr>
              <a:t>de </a:t>
            </a:r>
            <a:r>
              <a:rPr sz="2800" spc="-10" dirty="0">
                <a:solidFill>
                  <a:srgbClr val="FF0000"/>
                </a:solidFill>
                <a:latin typeface="Trebuchet MS"/>
                <a:cs typeface="Trebuchet MS"/>
              </a:rPr>
              <a:t>comunicação </a:t>
            </a:r>
            <a:r>
              <a:rPr sz="2800" spc="-5" dirty="0">
                <a:solidFill>
                  <a:srgbClr val="3F3F3F"/>
                </a:solidFill>
                <a:latin typeface="Trebuchet MS"/>
                <a:cs typeface="Trebuchet MS"/>
              </a:rPr>
              <a:t>da </a:t>
            </a:r>
            <a:r>
              <a:rPr sz="280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Trebuchet MS"/>
                <a:cs typeface="Trebuchet MS"/>
              </a:rPr>
              <a:t>Internet </a:t>
            </a:r>
            <a:r>
              <a:rPr sz="2800" spc="-5" dirty="0">
                <a:solidFill>
                  <a:srgbClr val="3F3F3F"/>
                </a:solidFill>
                <a:latin typeface="Trebuchet MS"/>
                <a:cs typeface="Trebuchet MS"/>
              </a:rPr>
              <a:t>as </a:t>
            </a:r>
            <a:r>
              <a:rPr sz="2800" spc="-10" dirty="0">
                <a:solidFill>
                  <a:srgbClr val="3F3F3F"/>
                </a:solidFill>
                <a:latin typeface="Trebuchet MS"/>
                <a:cs typeface="Trebuchet MS"/>
              </a:rPr>
              <a:t>aplicações distribuídas </a:t>
            </a:r>
            <a:r>
              <a:rPr sz="2800" spc="-5" dirty="0">
                <a:solidFill>
                  <a:srgbClr val="3F3F3F"/>
                </a:solidFill>
                <a:latin typeface="Trebuchet MS"/>
                <a:cs typeface="Trebuchet MS"/>
              </a:rPr>
              <a:t>podem </a:t>
            </a:r>
            <a:r>
              <a:rPr sz="2800" spc="-10" dirty="0">
                <a:solidFill>
                  <a:srgbClr val="3F3F3F"/>
                </a:solidFill>
                <a:latin typeface="Trebuchet MS"/>
                <a:cs typeface="Trebuchet MS"/>
              </a:rPr>
              <a:t>realizar </a:t>
            </a:r>
            <a:r>
              <a:rPr sz="2800" spc="-83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2800" spc="-2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Trebuchet MS"/>
                <a:cs typeface="Trebuchet MS"/>
              </a:rPr>
              <a:t>troca</a:t>
            </a:r>
            <a:r>
              <a:rPr sz="2800" spc="-2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Trebuchet MS"/>
                <a:cs typeface="Trebuchet MS"/>
              </a:rPr>
              <a:t>de </a:t>
            </a:r>
            <a:r>
              <a:rPr sz="2800" spc="-10" dirty="0">
                <a:solidFill>
                  <a:srgbClr val="3F3F3F"/>
                </a:solidFill>
                <a:latin typeface="Trebuchet MS"/>
                <a:cs typeface="Trebuchet MS"/>
              </a:rPr>
              <a:t>dados.</a:t>
            </a:r>
            <a:endParaRPr sz="2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9398" y="0"/>
            <a:ext cx="12212320" cy="6878320"/>
            <a:chOff x="-9398" y="0"/>
            <a:chExt cx="12212320" cy="6878320"/>
          </a:xfrm>
        </p:grpSpPr>
        <p:sp>
          <p:nvSpPr>
            <p:cNvPr id="3" name="object 3"/>
            <p:cNvSpPr/>
            <p:nvPr/>
          </p:nvSpPr>
          <p:spPr>
            <a:xfrm>
              <a:off x="762" y="761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8000"/>
                  </a:moveTo>
                  <a:lnTo>
                    <a:pt x="12192000" y="6858000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ln w="20320">
              <a:solidFill>
                <a:srgbClr val="688E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75103" y="4710684"/>
              <a:ext cx="1266444" cy="1284731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809114" y="4308094"/>
            <a:ext cx="16789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IP:</a:t>
            </a:r>
            <a:r>
              <a:rPr sz="1800" spc="-110" dirty="0">
                <a:latin typeface="Trebuchet MS"/>
                <a:cs typeface="Trebuchet MS"/>
              </a:rPr>
              <a:t> </a:t>
            </a:r>
            <a:r>
              <a:rPr sz="1800" spc="-15" dirty="0">
                <a:latin typeface="Trebuchet MS"/>
                <a:cs typeface="Trebuchet MS"/>
              </a:rPr>
              <a:t>177.73.33.42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73757" y="6041237"/>
            <a:ext cx="167893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heavy" spc="-25" dirty="0">
                <a:solidFill>
                  <a:srgbClr val="0000FF"/>
                </a:solidFill>
                <a:uFill>
                  <a:solidFill>
                    <a:srgbClr val="99C83A"/>
                  </a:solidFill>
                </a:uFill>
                <a:latin typeface="Trebuchet MS"/>
                <a:cs typeface="Trebuchet MS"/>
                <a:hlinkClick r:id="rId3"/>
              </a:rPr>
              <a:t>ww</a:t>
            </a:r>
            <a:r>
              <a:rPr sz="1800" u="heavy" spc="-215" dirty="0">
                <a:solidFill>
                  <a:srgbClr val="0000FF"/>
                </a:solidFill>
                <a:uFill>
                  <a:solidFill>
                    <a:srgbClr val="99C83A"/>
                  </a:solidFill>
                </a:uFill>
                <a:latin typeface="Trebuchet MS"/>
                <a:cs typeface="Trebuchet MS"/>
                <a:hlinkClick r:id="rId3"/>
              </a:rPr>
              <a:t>w</a:t>
            </a:r>
            <a:r>
              <a:rPr sz="1800" u="heavy" spc="-30" dirty="0">
                <a:solidFill>
                  <a:srgbClr val="0000FF"/>
                </a:solidFill>
                <a:uFill>
                  <a:solidFill>
                    <a:srgbClr val="99C83A"/>
                  </a:solidFill>
                </a:uFill>
                <a:latin typeface="Trebuchet MS"/>
                <a:cs typeface="Trebuchet MS"/>
                <a:hlinkClick r:id="rId3"/>
              </a:rPr>
              <a:t>.</a:t>
            </a:r>
            <a:r>
              <a:rPr sz="1800" u="heavy" spc="-25" dirty="0">
                <a:solidFill>
                  <a:srgbClr val="0000FF"/>
                </a:solidFill>
                <a:uFill>
                  <a:solidFill>
                    <a:srgbClr val="99C83A"/>
                  </a:solidFill>
                </a:uFill>
                <a:latin typeface="Trebuchet MS"/>
                <a:cs typeface="Trebuchet MS"/>
                <a:hlinkClick r:id="rId3"/>
              </a:rPr>
              <a:t>u</a:t>
            </a:r>
            <a:r>
              <a:rPr sz="1800" u="heavy" spc="-30" dirty="0">
                <a:solidFill>
                  <a:srgbClr val="0000FF"/>
                </a:solidFill>
                <a:uFill>
                  <a:solidFill>
                    <a:srgbClr val="99C83A"/>
                  </a:solidFill>
                </a:uFill>
                <a:latin typeface="Trebuchet MS"/>
                <a:cs typeface="Trebuchet MS"/>
                <a:hlinkClick r:id="rId3"/>
              </a:rPr>
              <a:t>ol.co</a:t>
            </a:r>
            <a:r>
              <a:rPr sz="1800" u="heavy" spc="-20" dirty="0">
                <a:solidFill>
                  <a:srgbClr val="0000FF"/>
                </a:solidFill>
                <a:uFill>
                  <a:solidFill>
                    <a:srgbClr val="99C83A"/>
                  </a:solidFill>
                </a:uFill>
                <a:latin typeface="Trebuchet MS"/>
                <a:cs typeface="Trebuchet MS"/>
                <a:hlinkClick r:id="rId3"/>
              </a:rPr>
              <a:t>m</a:t>
            </a:r>
            <a:r>
              <a:rPr sz="1800" u="heavy" spc="-25" dirty="0">
                <a:solidFill>
                  <a:srgbClr val="0000FF"/>
                </a:solidFill>
                <a:uFill>
                  <a:solidFill>
                    <a:srgbClr val="99C83A"/>
                  </a:solidFill>
                </a:uFill>
                <a:latin typeface="Trebuchet MS"/>
                <a:cs typeface="Trebuchet MS"/>
                <a:hlinkClick r:id="rId3"/>
              </a:rPr>
              <a:t>.</a:t>
            </a:r>
            <a:r>
              <a:rPr sz="1800" u="heavy" spc="-20" dirty="0">
                <a:solidFill>
                  <a:srgbClr val="0000FF"/>
                </a:solidFill>
                <a:uFill>
                  <a:solidFill>
                    <a:srgbClr val="99C83A"/>
                  </a:solidFill>
                </a:uFill>
                <a:latin typeface="Trebuchet MS"/>
                <a:cs typeface="Trebuchet MS"/>
                <a:hlinkClick r:id="rId3"/>
              </a:rPr>
              <a:t>br</a:t>
            </a:r>
            <a:endParaRPr sz="18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Trebuchet MS"/>
                <a:cs typeface="Trebuchet MS"/>
              </a:rPr>
              <a:t>187.75.34.47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6939" y="1391869"/>
            <a:ext cx="10333990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rebuchet MS"/>
                <a:cs typeface="Trebuchet MS"/>
              </a:rPr>
              <a:t>1- </a:t>
            </a:r>
            <a:r>
              <a:rPr sz="2000" spc="-5" dirty="0">
                <a:latin typeface="Trebuchet MS"/>
                <a:cs typeface="Trebuchet MS"/>
              </a:rPr>
              <a:t>Quando </a:t>
            </a:r>
            <a:r>
              <a:rPr sz="2000" spc="-10" dirty="0">
                <a:latin typeface="Trebuchet MS"/>
                <a:cs typeface="Trebuchet MS"/>
              </a:rPr>
              <a:t>você </a:t>
            </a:r>
            <a:r>
              <a:rPr sz="2000" spc="-5" dirty="0">
                <a:latin typeface="Trebuchet MS"/>
                <a:cs typeface="Trebuchet MS"/>
              </a:rPr>
              <a:t>se </a:t>
            </a:r>
            <a:r>
              <a:rPr sz="2000" spc="-10" dirty="0">
                <a:latin typeface="Trebuchet MS"/>
                <a:cs typeface="Trebuchet MS"/>
              </a:rPr>
              <a:t>conecta </a:t>
            </a:r>
            <a:r>
              <a:rPr sz="2000" dirty="0">
                <a:latin typeface="Trebuchet MS"/>
                <a:cs typeface="Trebuchet MS"/>
              </a:rPr>
              <a:t>à </a:t>
            </a:r>
            <a:r>
              <a:rPr sz="2000" spc="-55" dirty="0">
                <a:latin typeface="Trebuchet MS"/>
                <a:cs typeface="Trebuchet MS"/>
              </a:rPr>
              <a:t>Web, </a:t>
            </a:r>
            <a:r>
              <a:rPr sz="2000" dirty="0">
                <a:latin typeface="Trebuchet MS"/>
                <a:cs typeface="Trebuchet MS"/>
              </a:rPr>
              <a:t>faz </a:t>
            </a:r>
            <a:r>
              <a:rPr sz="2000" spc="-5" dirty="0">
                <a:latin typeface="Trebuchet MS"/>
                <a:cs typeface="Trebuchet MS"/>
              </a:rPr>
              <a:t>isso por meio de </a:t>
            </a:r>
            <a:r>
              <a:rPr sz="2000" spc="-10" dirty="0">
                <a:latin typeface="Trebuchet MS"/>
                <a:cs typeface="Trebuchet MS"/>
              </a:rPr>
              <a:t>um provedor </a:t>
            </a:r>
            <a:r>
              <a:rPr sz="2000" spc="-15" dirty="0">
                <a:latin typeface="Trebuchet MS"/>
                <a:cs typeface="Trebuchet MS"/>
              </a:rPr>
              <a:t>de </a:t>
            </a:r>
            <a:r>
              <a:rPr sz="2000" spc="-10" dirty="0">
                <a:latin typeface="Trebuchet MS"/>
                <a:cs typeface="Trebuchet MS"/>
              </a:rPr>
              <a:t>serviços </a:t>
            </a:r>
            <a:r>
              <a:rPr sz="2000" spc="-15" dirty="0">
                <a:latin typeface="Trebuchet MS"/>
                <a:cs typeface="Trebuchet MS"/>
              </a:rPr>
              <a:t>de </a:t>
            </a:r>
            <a:r>
              <a:rPr sz="2000" spc="-10" dirty="0">
                <a:latin typeface="Trebuchet MS"/>
                <a:cs typeface="Trebuchet MS"/>
              </a:rPr>
              <a:t> Internet</a:t>
            </a:r>
            <a:r>
              <a:rPr sz="2000" spc="-5" dirty="0">
                <a:latin typeface="Trebuchet MS"/>
                <a:cs typeface="Trebuchet MS"/>
              </a:rPr>
              <a:t> (ISP).</a:t>
            </a:r>
            <a:r>
              <a:rPr sz="2000" dirty="0">
                <a:latin typeface="Trebuchet MS"/>
                <a:cs typeface="Trebuchet MS"/>
              </a:rPr>
              <a:t> </a:t>
            </a:r>
            <a:r>
              <a:rPr sz="2000" spc="-60" dirty="0">
                <a:latin typeface="Trebuchet MS"/>
                <a:cs typeface="Trebuchet MS"/>
              </a:rPr>
              <a:t>Você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5" dirty="0">
                <a:latin typeface="Trebuchet MS"/>
                <a:cs typeface="Trebuchet MS"/>
              </a:rPr>
              <a:t>digita</a:t>
            </a:r>
            <a:r>
              <a:rPr sz="2000" dirty="0">
                <a:latin typeface="Trebuchet MS"/>
                <a:cs typeface="Trebuchet MS"/>
              </a:rPr>
              <a:t> </a:t>
            </a:r>
            <a:r>
              <a:rPr sz="2000" spc="-5" dirty="0">
                <a:latin typeface="Trebuchet MS"/>
                <a:cs typeface="Trebuchet MS"/>
              </a:rPr>
              <a:t>um</a:t>
            </a:r>
            <a:r>
              <a:rPr sz="200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nome</a:t>
            </a:r>
            <a:r>
              <a:rPr sz="2000" spc="-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de</a:t>
            </a:r>
            <a:r>
              <a:rPr sz="2000" spc="-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domínio</a:t>
            </a:r>
            <a:r>
              <a:rPr sz="2000" spc="-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ou</a:t>
            </a:r>
            <a:r>
              <a:rPr sz="2000" spc="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um</a:t>
            </a:r>
            <a:r>
              <a:rPr sz="2000" spc="5" dirty="0">
                <a:latin typeface="Trebuchet MS"/>
                <a:cs typeface="Trebuchet MS"/>
              </a:rPr>
              <a:t> </a:t>
            </a:r>
            <a:r>
              <a:rPr sz="2000" spc="-15" dirty="0">
                <a:latin typeface="Trebuchet MS"/>
                <a:cs typeface="Trebuchet MS"/>
              </a:rPr>
              <a:t>endereço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spc="-5" dirty="0">
                <a:latin typeface="Trebuchet MS"/>
                <a:cs typeface="Trebuchet MS"/>
              </a:rPr>
              <a:t>da</a:t>
            </a:r>
            <a:r>
              <a:rPr sz="200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Web</a:t>
            </a:r>
            <a:r>
              <a:rPr sz="2000" spc="47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em</a:t>
            </a:r>
            <a:r>
              <a:rPr sz="2000" spc="60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seu </a:t>
            </a:r>
            <a:r>
              <a:rPr sz="2000" spc="-5" dirty="0">
                <a:latin typeface="Trebuchet MS"/>
                <a:cs typeface="Trebuchet MS"/>
              </a:rPr>
              <a:t> navegador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5" dirty="0">
                <a:latin typeface="Trebuchet MS"/>
                <a:cs typeface="Trebuchet MS"/>
              </a:rPr>
              <a:t>para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visitar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um</a:t>
            </a:r>
            <a:r>
              <a:rPr sz="2000" spc="-1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site.</a:t>
            </a:r>
            <a:endParaRPr sz="200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</a:pPr>
            <a:r>
              <a:rPr sz="2000" spc="-55" dirty="0">
                <a:latin typeface="Trebuchet MS"/>
                <a:cs typeface="Trebuchet MS"/>
              </a:rPr>
              <a:t>Por</a:t>
            </a:r>
            <a:r>
              <a:rPr sz="2000" spc="-9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exemplo: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google.com,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5" dirty="0">
                <a:latin typeface="Trebuchet MS"/>
                <a:cs typeface="Trebuchet MS"/>
              </a:rPr>
              <a:t>bbc.co.uk,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microsoft.com,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u="heavy" spc="-6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rebuchet MS"/>
                <a:cs typeface="Trebuchet MS"/>
                <a:hlinkClick r:id="rId4"/>
              </a:rPr>
              <a:t>www.uol.com.br...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756004" y="607567"/>
            <a:ext cx="8159395" cy="772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Como</a:t>
            </a:r>
            <a:r>
              <a:rPr spc="-45" dirty="0"/>
              <a:t> </a:t>
            </a:r>
            <a:r>
              <a:rPr spc="-5" dirty="0"/>
              <a:t>a</a:t>
            </a:r>
            <a:r>
              <a:rPr spc="-20" dirty="0"/>
              <a:t> </a:t>
            </a:r>
            <a:r>
              <a:rPr spc="-5" dirty="0"/>
              <a:t>web</a:t>
            </a:r>
            <a:r>
              <a:rPr spc="-155" dirty="0"/>
              <a:t> </a:t>
            </a:r>
            <a:r>
              <a:rPr spc="-5" dirty="0"/>
              <a:t>funciona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1455400" y="6351219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88888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F0F9703-10DE-7852-23B8-01EC64D44843}"/>
              </a:ext>
            </a:extLst>
          </p:cNvPr>
          <p:cNvCxnSpPr>
            <a:cxnSpLocks/>
          </p:cNvCxnSpPr>
          <p:nvPr/>
        </p:nvCxnSpPr>
        <p:spPr>
          <a:xfrm flipH="1">
            <a:off x="3241547" y="6477000"/>
            <a:ext cx="5684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8C56799-6FF0-FE96-23B5-074A9C3BBF12}"/>
              </a:ext>
            </a:extLst>
          </p:cNvPr>
          <p:cNvSpPr txBox="1"/>
          <p:nvPr/>
        </p:nvSpPr>
        <p:spPr>
          <a:xfrm>
            <a:off x="3845459" y="6269427"/>
            <a:ext cx="337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IP da Página que desejo encontrar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9398" y="0"/>
            <a:ext cx="12212320" cy="6878320"/>
            <a:chOff x="-9398" y="0"/>
            <a:chExt cx="12212320" cy="6878320"/>
          </a:xfrm>
        </p:grpSpPr>
        <p:sp>
          <p:nvSpPr>
            <p:cNvPr id="3" name="object 3"/>
            <p:cNvSpPr/>
            <p:nvPr/>
          </p:nvSpPr>
          <p:spPr>
            <a:xfrm>
              <a:off x="762" y="761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8000"/>
                  </a:moveTo>
                  <a:lnTo>
                    <a:pt x="12192000" y="6858000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ln w="20320">
              <a:solidFill>
                <a:srgbClr val="688E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75103" y="4869180"/>
              <a:ext cx="1266444" cy="128320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531107" y="5166360"/>
              <a:ext cx="998219" cy="208915"/>
            </a:xfrm>
            <a:custGeom>
              <a:avLst/>
              <a:gdLst/>
              <a:ahLst/>
              <a:cxnLst/>
              <a:rect l="l" t="t" r="r" b="b"/>
              <a:pathLst>
                <a:path w="998220" h="208914">
                  <a:moveTo>
                    <a:pt x="894079" y="0"/>
                  </a:moveTo>
                  <a:lnTo>
                    <a:pt x="894079" y="52196"/>
                  </a:lnTo>
                  <a:lnTo>
                    <a:pt x="0" y="52196"/>
                  </a:lnTo>
                  <a:lnTo>
                    <a:pt x="0" y="156590"/>
                  </a:lnTo>
                  <a:lnTo>
                    <a:pt x="894079" y="156590"/>
                  </a:lnTo>
                  <a:lnTo>
                    <a:pt x="894079" y="208787"/>
                  </a:lnTo>
                  <a:lnTo>
                    <a:pt x="998219" y="104393"/>
                  </a:lnTo>
                  <a:lnTo>
                    <a:pt x="894079" y="0"/>
                  </a:lnTo>
                  <a:close/>
                </a:path>
              </a:pathLst>
            </a:custGeom>
            <a:solidFill>
              <a:srgbClr val="90C2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31869" y="5167122"/>
              <a:ext cx="998219" cy="208915"/>
            </a:xfrm>
            <a:custGeom>
              <a:avLst/>
              <a:gdLst/>
              <a:ahLst/>
              <a:cxnLst/>
              <a:rect l="l" t="t" r="r" b="b"/>
              <a:pathLst>
                <a:path w="998220" h="208914">
                  <a:moveTo>
                    <a:pt x="0" y="52196"/>
                  </a:moveTo>
                  <a:lnTo>
                    <a:pt x="894079" y="52196"/>
                  </a:lnTo>
                  <a:lnTo>
                    <a:pt x="894079" y="0"/>
                  </a:lnTo>
                  <a:lnTo>
                    <a:pt x="998219" y="104393"/>
                  </a:lnTo>
                  <a:lnTo>
                    <a:pt x="894079" y="208787"/>
                  </a:lnTo>
                  <a:lnTo>
                    <a:pt x="894079" y="156590"/>
                  </a:lnTo>
                  <a:lnTo>
                    <a:pt x="0" y="156590"/>
                  </a:lnTo>
                  <a:lnTo>
                    <a:pt x="0" y="52196"/>
                  </a:lnTo>
                  <a:close/>
                </a:path>
              </a:pathLst>
            </a:custGeom>
            <a:ln w="20320">
              <a:solidFill>
                <a:srgbClr val="688E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29399" y="4843272"/>
              <a:ext cx="1661159" cy="133197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878067" y="5154168"/>
              <a:ext cx="678180" cy="190500"/>
            </a:xfrm>
            <a:custGeom>
              <a:avLst/>
              <a:gdLst/>
              <a:ahLst/>
              <a:cxnLst/>
              <a:rect l="l" t="t" r="r" b="b"/>
              <a:pathLst>
                <a:path w="678179" h="190500">
                  <a:moveTo>
                    <a:pt x="582930" y="0"/>
                  </a:moveTo>
                  <a:lnTo>
                    <a:pt x="582930" y="47624"/>
                  </a:lnTo>
                  <a:lnTo>
                    <a:pt x="0" y="47624"/>
                  </a:lnTo>
                  <a:lnTo>
                    <a:pt x="0" y="142874"/>
                  </a:lnTo>
                  <a:lnTo>
                    <a:pt x="582930" y="142874"/>
                  </a:lnTo>
                  <a:lnTo>
                    <a:pt x="582930" y="190499"/>
                  </a:lnTo>
                  <a:lnTo>
                    <a:pt x="678180" y="95249"/>
                  </a:lnTo>
                  <a:lnTo>
                    <a:pt x="582930" y="0"/>
                  </a:lnTo>
                  <a:close/>
                </a:path>
              </a:pathLst>
            </a:custGeom>
            <a:solidFill>
              <a:srgbClr val="90C2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878830" y="5154930"/>
              <a:ext cx="678180" cy="190500"/>
            </a:xfrm>
            <a:custGeom>
              <a:avLst/>
              <a:gdLst/>
              <a:ahLst/>
              <a:cxnLst/>
              <a:rect l="l" t="t" r="r" b="b"/>
              <a:pathLst>
                <a:path w="678179" h="190500">
                  <a:moveTo>
                    <a:pt x="0" y="47625"/>
                  </a:moveTo>
                  <a:lnTo>
                    <a:pt x="582930" y="47625"/>
                  </a:lnTo>
                  <a:lnTo>
                    <a:pt x="582930" y="0"/>
                  </a:lnTo>
                  <a:lnTo>
                    <a:pt x="678179" y="95250"/>
                  </a:lnTo>
                  <a:lnTo>
                    <a:pt x="582930" y="190500"/>
                  </a:lnTo>
                  <a:lnTo>
                    <a:pt x="582930" y="142875"/>
                  </a:lnTo>
                  <a:lnTo>
                    <a:pt x="0" y="142875"/>
                  </a:lnTo>
                  <a:lnTo>
                    <a:pt x="0" y="47625"/>
                  </a:lnTo>
                  <a:close/>
                </a:path>
              </a:pathLst>
            </a:custGeom>
            <a:ln w="20320">
              <a:solidFill>
                <a:srgbClr val="688E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11240" y="2999232"/>
              <a:ext cx="1542288" cy="103632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926580" y="4145280"/>
              <a:ext cx="401320" cy="620395"/>
            </a:xfrm>
            <a:custGeom>
              <a:avLst/>
              <a:gdLst/>
              <a:ahLst/>
              <a:cxnLst/>
              <a:rect l="l" t="t" r="r" b="b"/>
              <a:pathLst>
                <a:path w="401320" h="620395">
                  <a:moveTo>
                    <a:pt x="38480" y="0"/>
                  </a:moveTo>
                  <a:lnTo>
                    <a:pt x="0" y="128016"/>
                  </a:lnTo>
                  <a:lnTo>
                    <a:pt x="41528" y="105664"/>
                  </a:lnTo>
                  <a:lnTo>
                    <a:pt x="317626" y="619887"/>
                  </a:lnTo>
                  <a:lnTo>
                    <a:pt x="400812" y="575310"/>
                  </a:lnTo>
                  <a:lnTo>
                    <a:pt x="124714" y="60833"/>
                  </a:lnTo>
                  <a:lnTo>
                    <a:pt x="166370" y="38481"/>
                  </a:lnTo>
                  <a:lnTo>
                    <a:pt x="38480" y="0"/>
                  </a:lnTo>
                  <a:close/>
                </a:path>
              </a:pathLst>
            </a:custGeom>
            <a:solidFill>
              <a:srgbClr val="90C2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27342" y="4146042"/>
              <a:ext cx="401320" cy="620395"/>
            </a:xfrm>
            <a:custGeom>
              <a:avLst/>
              <a:gdLst/>
              <a:ahLst/>
              <a:cxnLst/>
              <a:rect l="l" t="t" r="r" b="b"/>
              <a:pathLst>
                <a:path w="401320" h="620395">
                  <a:moveTo>
                    <a:pt x="317626" y="619886"/>
                  </a:moveTo>
                  <a:lnTo>
                    <a:pt x="41528" y="105663"/>
                  </a:lnTo>
                  <a:lnTo>
                    <a:pt x="0" y="128015"/>
                  </a:lnTo>
                  <a:lnTo>
                    <a:pt x="38480" y="0"/>
                  </a:lnTo>
                  <a:lnTo>
                    <a:pt x="166369" y="38480"/>
                  </a:lnTo>
                  <a:lnTo>
                    <a:pt x="124713" y="60832"/>
                  </a:lnTo>
                  <a:lnTo>
                    <a:pt x="400811" y="575309"/>
                  </a:lnTo>
                  <a:lnTo>
                    <a:pt x="317626" y="619886"/>
                  </a:lnTo>
                  <a:close/>
                </a:path>
              </a:pathLst>
            </a:custGeom>
            <a:ln w="19050">
              <a:solidFill>
                <a:srgbClr val="688E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225283" y="4085843"/>
              <a:ext cx="429895" cy="605155"/>
            </a:xfrm>
            <a:custGeom>
              <a:avLst/>
              <a:gdLst/>
              <a:ahLst/>
              <a:cxnLst/>
              <a:rect l="l" t="t" r="r" b="b"/>
              <a:pathLst>
                <a:path w="429895" h="605154">
                  <a:moveTo>
                    <a:pt x="91567" y="0"/>
                  </a:moveTo>
                  <a:lnTo>
                    <a:pt x="0" y="54990"/>
                  </a:lnTo>
                  <a:lnTo>
                    <a:pt x="292100" y="540892"/>
                  </a:lnTo>
                  <a:lnTo>
                    <a:pt x="246380" y="568197"/>
                  </a:lnTo>
                  <a:lnTo>
                    <a:pt x="392938" y="604773"/>
                  </a:lnTo>
                  <a:lnTo>
                    <a:pt x="429514" y="458342"/>
                  </a:lnTo>
                  <a:lnTo>
                    <a:pt x="383794" y="485774"/>
                  </a:lnTo>
                  <a:lnTo>
                    <a:pt x="9156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225283" y="4085843"/>
              <a:ext cx="429895" cy="605155"/>
            </a:xfrm>
            <a:custGeom>
              <a:avLst/>
              <a:gdLst/>
              <a:ahLst/>
              <a:cxnLst/>
              <a:rect l="l" t="t" r="r" b="b"/>
              <a:pathLst>
                <a:path w="429895" h="605154">
                  <a:moveTo>
                    <a:pt x="246380" y="568197"/>
                  </a:moveTo>
                  <a:lnTo>
                    <a:pt x="292100" y="540892"/>
                  </a:lnTo>
                  <a:lnTo>
                    <a:pt x="0" y="54990"/>
                  </a:lnTo>
                  <a:lnTo>
                    <a:pt x="91567" y="0"/>
                  </a:lnTo>
                  <a:lnTo>
                    <a:pt x="383794" y="485774"/>
                  </a:lnTo>
                  <a:lnTo>
                    <a:pt x="429514" y="458342"/>
                  </a:lnTo>
                  <a:lnTo>
                    <a:pt x="392938" y="604773"/>
                  </a:lnTo>
                  <a:lnTo>
                    <a:pt x="246380" y="568197"/>
                  </a:lnTo>
                  <a:close/>
                </a:path>
              </a:pathLst>
            </a:custGeom>
            <a:ln w="19048">
              <a:solidFill>
                <a:srgbClr val="688E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42120" y="3070860"/>
              <a:ext cx="1036320" cy="108661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42120" y="4949951"/>
              <a:ext cx="1097279" cy="108813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950708" y="3614928"/>
              <a:ext cx="1391285" cy="1132205"/>
            </a:xfrm>
            <a:custGeom>
              <a:avLst/>
              <a:gdLst/>
              <a:ahLst/>
              <a:cxnLst/>
              <a:rect l="l" t="t" r="r" b="b"/>
              <a:pathLst>
                <a:path w="1391284" h="1132204">
                  <a:moveTo>
                    <a:pt x="0" y="1132078"/>
                  </a:moveTo>
                  <a:lnTo>
                    <a:pt x="1390903" y="0"/>
                  </a:lnTo>
                </a:path>
              </a:pathLst>
            </a:custGeom>
            <a:ln w="76200">
              <a:solidFill>
                <a:srgbClr val="90C224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500628" y="5501640"/>
              <a:ext cx="998219" cy="208915"/>
            </a:xfrm>
            <a:custGeom>
              <a:avLst/>
              <a:gdLst/>
              <a:ahLst/>
              <a:cxnLst/>
              <a:rect l="l" t="t" r="r" b="b"/>
              <a:pathLst>
                <a:path w="998220" h="208914">
                  <a:moveTo>
                    <a:pt x="104139" y="0"/>
                  </a:moveTo>
                  <a:lnTo>
                    <a:pt x="0" y="104394"/>
                  </a:lnTo>
                  <a:lnTo>
                    <a:pt x="104139" y="208788"/>
                  </a:lnTo>
                  <a:lnTo>
                    <a:pt x="104139" y="156591"/>
                  </a:lnTo>
                  <a:lnTo>
                    <a:pt x="998220" y="156591"/>
                  </a:lnTo>
                  <a:lnTo>
                    <a:pt x="998220" y="52197"/>
                  </a:lnTo>
                  <a:lnTo>
                    <a:pt x="104139" y="52197"/>
                  </a:lnTo>
                  <a:lnTo>
                    <a:pt x="10413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501390" y="5502401"/>
              <a:ext cx="998219" cy="208915"/>
            </a:xfrm>
            <a:custGeom>
              <a:avLst/>
              <a:gdLst/>
              <a:ahLst/>
              <a:cxnLst/>
              <a:rect l="l" t="t" r="r" b="b"/>
              <a:pathLst>
                <a:path w="998220" h="208914">
                  <a:moveTo>
                    <a:pt x="998220" y="156591"/>
                  </a:moveTo>
                  <a:lnTo>
                    <a:pt x="104139" y="156591"/>
                  </a:lnTo>
                  <a:lnTo>
                    <a:pt x="104139" y="208788"/>
                  </a:lnTo>
                  <a:lnTo>
                    <a:pt x="0" y="104394"/>
                  </a:lnTo>
                  <a:lnTo>
                    <a:pt x="104139" y="0"/>
                  </a:lnTo>
                  <a:lnTo>
                    <a:pt x="104139" y="52197"/>
                  </a:lnTo>
                  <a:lnTo>
                    <a:pt x="998220" y="52197"/>
                  </a:lnTo>
                  <a:lnTo>
                    <a:pt x="998220" y="156591"/>
                  </a:lnTo>
                  <a:close/>
                </a:path>
              </a:pathLst>
            </a:custGeom>
            <a:ln w="20320">
              <a:solidFill>
                <a:srgbClr val="688E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890260" y="5489448"/>
              <a:ext cx="675640" cy="190500"/>
            </a:xfrm>
            <a:custGeom>
              <a:avLst/>
              <a:gdLst/>
              <a:ahLst/>
              <a:cxnLst/>
              <a:rect l="l" t="t" r="r" b="b"/>
              <a:pathLst>
                <a:path w="675640" h="190500">
                  <a:moveTo>
                    <a:pt x="95123" y="0"/>
                  </a:moveTo>
                  <a:lnTo>
                    <a:pt x="0" y="95249"/>
                  </a:lnTo>
                  <a:lnTo>
                    <a:pt x="95123" y="190499"/>
                  </a:lnTo>
                  <a:lnTo>
                    <a:pt x="95123" y="142874"/>
                  </a:lnTo>
                  <a:lnTo>
                    <a:pt x="675132" y="142874"/>
                  </a:lnTo>
                  <a:lnTo>
                    <a:pt x="675132" y="47624"/>
                  </a:lnTo>
                  <a:lnTo>
                    <a:pt x="95123" y="47624"/>
                  </a:lnTo>
                  <a:lnTo>
                    <a:pt x="9512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891022" y="5490210"/>
              <a:ext cx="675640" cy="190500"/>
            </a:xfrm>
            <a:custGeom>
              <a:avLst/>
              <a:gdLst/>
              <a:ahLst/>
              <a:cxnLst/>
              <a:rect l="l" t="t" r="r" b="b"/>
              <a:pathLst>
                <a:path w="675640" h="190500">
                  <a:moveTo>
                    <a:pt x="675131" y="142874"/>
                  </a:moveTo>
                  <a:lnTo>
                    <a:pt x="95123" y="142874"/>
                  </a:lnTo>
                  <a:lnTo>
                    <a:pt x="95123" y="190499"/>
                  </a:lnTo>
                  <a:lnTo>
                    <a:pt x="0" y="95249"/>
                  </a:lnTo>
                  <a:lnTo>
                    <a:pt x="95123" y="0"/>
                  </a:lnTo>
                  <a:lnTo>
                    <a:pt x="95123" y="47624"/>
                  </a:lnTo>
                  <a:lnTo>
                    <a:pt x="675131" y="47624"/>
                  </a:lnTo>
                  <a:lnTo>
                    <a:pt x="675131" y="142874"/>
                  </a:lnTo>
                  <a:close/>
                </a:path>
              </a:pathLst>
            </a:custGeom>
            <a:ln w="20320">
              <a:solidFill>
                <a:srgbClr val="688E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290559" y="5494019"/>
              <a:ext cx="1050290" cy="15240"/>
            </a:xfrm>
            <a:custGeom>
              <a:avLst/>
              <a:gdLst/>
              <a:ahLst/>
              <a:cxnLst/>
              <a:rect l="l" t="t" r="r" b="b"/>
              <a:pathLst>
                <a:path w="1050290" h="15239">
                  <a:moveTo>
                    <a:pt x="0" y="14858"/>
                  </a:moveTo>
                  <a:lnTo>
                    <a:pt x="1049782" y="0"/>
                  </a:lnTo>
                </a:path>
              </a:pathLst>
            </a:custGeom>
            <a:ln w="76199">
              <a:solidFill>
                <a:srgbClr val="90C224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body" idx="1"/>
          </p:nvPr>
        </p:nvSpPr>
        <p:spPr>
          <a:xfrm>
            <a:off x="755535" y="1494651"/>
            <a:ext cx="9150465" cy="15523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dirty="0"/>
              <a:t>2- O </a:t>
            </a:r>
            <a:r>
              <a:rPr sz="2000" spc="-10" dirty="0"/>
              <a:t>computador entra </a:t>
            </a:r>
            <a:r>
              <a:rPr sz="2000" dirty="0"/>
              <a:t>em </a:t>
            </a:r>
            <a:r>
              <a:rPr sz="2000" spc="-10" dirty="0"/>
              <a:t>contato </a:t>
            </a:r>
            <a:r>
              <a:rPr sz="2000" spc="-5" dirty="0"/>
              <a:t>com </a:t>
            </a:r>
            <a:r>
              <a:rPr sz="2000" spc="-10" dirty="0"/>
              <a:t>uma rede </a:t>
            </a:r>
            <a:r>
              <a:rPr sz="2000" spc="-15" dirty="0"/>
              <a:t>de </a:t>
            </a:r>
            <a:r>
              <a:rPr sz="2000" spc="-10" dirty="0"/>
              <a:t>servidores denominada servidores DNS </a:t>
            </a:r>
            <a:r>
              <a:rPr sz="2000" spc="-5" dirty="0"/>
              <a:t> (Domain</a:t>
            </a:r>
            <a:r>
              <a:rPr sz="2000" dirty="0"/>
              <a:t> </a:t>
            </a:r>
            <a:r>
              <a:rPr sz="2000" spc="-5" dirty="0"/>
              <a:t>Name</a:t>
            </a:r>
            <a:r>
              <a:rPr sz="2000" dirty="0"/>
              <a:t> </a:t>
            </a:r>
            <a:r>
              <a:rPr sz="2000" spc="-5" dirty="0"/>
              <a:t>System).</a:t>
            </a:r>
            <a:r>
              <a:rPr sz="2000" dirty="0"/>
              <a:t> </a:t>
            </a:r>
            <a:r>
              <a:rPr sz="2000" spc="-10" dirty="0"/>
              <a:t>Funciona</a:t>
            </a:r>
            <a:r>
              <a:rPr sz="2000" spc="-5" dirty="0"/>
              <a:t> </a:t>
            </a:r>
            <a:r>
              <a:rPr sz="2000" dirty="0"/>
              <a:t>como</a:t>
            </a:r>
            <a:r>
              <a:rPr sz="2000" spc="5" dirty="0"/>
              <a:t> </a:t>
            </a:r>
            <a:r>
              <a:rPr sz="2000" spc="-5" dirty="0"/>
              <a:t>listas</a:t>
            </a:r>
            <a:r>
              <a:rPr sz="2000" dirty="0"/>
              <a:t> </a:t>
            </a:r>
            <a:r>
              <a:rPr sz="2000" spc="-10" dirty="0"/>
              <a:t>telefônicas,</a:t>
            </a:r>
            <a:r>
              <a:rPr sz="2000" spc="-5" dirty="0"/>
              <a:t> </a:t>
            </a:r>
            <a:r>
              <a:rPr sz="2000" spc="-10" dirty="0"/>
              <a:t>na</a:t>
            </a:r>
            <a:r>
              <a:rPr sz="2000" spc="-5" dirty="0"/>
              <a:t> qual</a:t>
            </a:r>
            <a:r>
              <a:rPr sz="2000" dirty="0"/>
              <a:t> </a:t>
            </a:r>
            <a:r>
              <a:rPr sz="2000" spc="-10" dirty="0"/>
              <a:t>informam</a:t>
            </a:r>
            <a:r>
              <a:rPr sz="2000" spc="-5" dirty="0"/>
              <a:t> ao</a:t>
            </a:r>
            <a:r>
              <a:rPr sz="2000" dirty="0"/>
              <a:t> </a:t>
            </a:r>
            <a:r>
              <a:rPr sz="2000" spc="-10" dirty="0"/>
              <a:t>seu </a:t>
            </a:r>
            <a:r>
              <a:rPr sz="2000" spc="-5" dirty="0"/>
              <a:t> </a:t>
            </a:r>
            <a:r>
              <a:rPr sz="2000" spc="-10" dirty="0"/>
              <a:t>computador</a:t>
            </a:r>
            <a:r>
              <a:rPr sz="2000" spc="-5" dirty="0"/>
              <a:t> </a:t>
            </a:r>
            <a:r>
              <a:rPr sz="2000" dirty="0"/>
              <a:t>o</a:t>
            </a:r>
            <a:r>
              <a:rPr sz="2000" spc="5" dirty="0"/>
              <a:t> </a:t>
            </a:r>
            <a:r>
              <a:rPr sz="2000" spc="-15" dirty="0"/>
              <a:t>endereço</a:t>
            </a:r>
            <a:r>
              <a:rPr sz="2000" spc="-10" dirty="0"/>
              <a:t> </a:t>
            </a:r>
            <a:r>
              <a:rPr sz="2000" spc="-5" dirty="0"/>
              <a:t>IP</a:t>
            </a:r>
            <a:r>
              <a:rPr sz="2000" dirty="0"/>
              <a:t> </a:t>
            </a:r>
            <a:r>
              <a:rPr sz="2000" spc="-10" dirty="0"/>
              <a:t>associado</a:t>
            </a:r>
            <a:r>
              <a:rPr sz="2000" spc="-5" dirty="0"/>
              <a:t> ao</a:t>
            </a:r>
            <a:r>
              <a:rPr sz="2000" dirty="0"/>
              <a:t> </a:t>
            </a:r>
            <a:r>
              <a:rPr sz="2000" spc="-5" dirty="0"/>
              <a:t>nome</a:t>
            </a:r>
            <a:r>
              <a:rPr sz="2000" dirty="0"/>
              <a:t> </a:t>
            </a:r>
            <a:r>
              <a:rPr sz="2000" spc="-15" dirty="0"/>
              <a:t>de</a:t>
            </a:r>
            <a:r>
              <a:rPr sz="2000" spc="-10" dirty="0"/>
              <a:t> domínio</a:t>
            </a:r>
            <a:r>
              <a:rPr sz="2000" spc="-5" dirty="0"/>
              <a:t> </a:t>
            </a:r>
            <a:r>
              <a:rPr sz="2000" spc="-10" dirty="0"/>
              <a:t>solicitado.</a:t>
            </a:r>
            <a:r>
              <a:rPr sz="2000" spc="-5" dirty="0"/>
              <a:t> </a:t>
            </a:r>
            <a:r>
              <a:rPr sz="2000" spc="-10" dirty="0"/>
              <a:t>Cada</a:t>
            </a:r>
            <a:r>
              <a:rPr sz="2000" spc="-5" dirty="0"/>
              <a:t> </a:t>
            </a:r>
            <a:r>
              <a:rPr sz="2000" spc="-10" dirty="0"/>
              <a:t>dispositivo </a:t>
            </a:r>
            <a:r>
              <a:rPr sz="2000" spc="-5" dirty="0"/>
              <a:t> </a:t>
            </a:r>
            <a:r>
              <a:rPr sz="2000" spc="-10" dirty="0"/>
              <a:t>conectado </a:t>
            </a:r>
            <a:r>
              <a:rPr sz="2000" dirty="0"/>
              <a:t>à </a:t>
            </a:r>
            <a:r>
              <a:rPr sz="2000" spc="-10" dirty="0"/>
              <a:t>web tem </a:t>
            </a:r>
            <a:r>
              <a:rPr sz="2000" spc="-5" dirty="0"/>
              <a:t>um </a:t>
            </a:r>
            <a:r>
              <a:rPr sz="2000" spc="-10" dirty="0"/>
              <a:t>endereço </a:t>
            </a:r>
            <a:r>
              <a:rPr sz="2000" spc="-5" dirty="0"/>
              <a:t>IP </a:t>
            </a:r>
            <a:r>
              <a:rPr sz="2000" spc="-10" dirty="0"/>
              <a:t>exclusivo. </a:t>
            </a:r>
            <a:r>
              <a:rPr sz="2000" dirty="0"/>
              <a:t>É </a:t>
            </a:r>
            <a:r>
              <a:rPr sz="2000" spc="-5" dirty="0"/>
              <a:t>como </a:t>
            </a:r>
            <a:r>
              <a:rPr sz="2000" dirty="0"/>
              <a:t>o </a:t>
            </a:r>
            <a:r>
              <a:rPr sz="2000" spc="-10" dirty="0"/>
              <a:t>número de telefone desse </a:t>
            </a:r>
            <a:r>
              <a:rPr sz="2000" spc="-5" dirty="0"/>
              <a:t> </a:t>
            </a:r>
            <a:r>
              <a:rPr sz="2000" spc="-25" dirty="0"/>
              <a:t>computador.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809114" y="4477639"/>
            <a:ext cx="3821429" cy="1390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IP: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spc="-15" dirty="0">
                <a:latin typeface="Trebuchet MS"/>
                <a:cs typeface="Trebuchet MS"/>
              </a:rPr>
              <a:t>177.73.33.42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00">
              <a:latin typeface="Trebuchet MS"/>
              <a:cs typeface="Trebuchet MS"/>
            </a:endParaRPr>
          </a:p>
          <a:p>
            <a:pPr marL="2919095" marR="5080" algn="ctr">
              <a:lnSpc>
                <a:spcPct val="100000"/>
              </a:lnSpc>
            </a:pPr>
            <a:r>
              <a:rPr sz="1800" spc="-165" dirty="0">
                <a:latin typeface="Trebuchet MS"/>
                <a:cs typeface="Trebuchet MS"/>
              </a:rPr>
              <a:t>P</a:t>
            </a:r>
            <a:r>
              <a:rPr sz="1800" spc="-5" dirty="0">
                <a:latin typeface="Trebuchet MS"/>
                <a:cs typeface="Trebuchet MS"/>
              </a:rPr>
              <a:t>r</a:t>
            </a:r>
            <a:r>
              <a:rPr sz="1800" spc="-20" dirty="0">
                <a:latin typeface="Trebuchet MS"/>
                <a:cs typeface="Trebuchet MS"/>
              </a:rPr>
              <a:t>o</a:t>
            </a:r>
            <a:r>
              <a:rPr sz="1800" spc="-10" dirty="0">
                <a:latin typeface="Trebuchet MS"/>
                <a:cs typeface="Trebuchet MS"/>
              </a:rPr>
              <a:t>v</a:t>
            </a:r>
            <a:r>
              <a:rPr sz="1800" dirty="0">
                <a:latin typeface="Trebuchet MS"/>
                <a:cs typeface="Trebuchet MS"/>
              </a:rPr>
              <a:t>e</a:t>
            </a:r>
            <a:r>
              <a:rPr sz="1800" spc="5" dirty="0">
                <a:latin typeface="Trebuchet MS"/>
                <a:cs typeface="Trebuchet MS"/>
              </a:rPr>
              <a:t>d</a:t>
            </a:r>
            <a:r>
              <a:rPr sz="1800" spc="-20" dirty="0">
                <a:latin typeface="Trebuchet MS"/>
                <a:cs typeface="Trebuchet MS"/>
              </a:rPr>
              <a:t>o</a:t>
            </a:r>
            <a:r>
              <a:rPr sz="1800" dirty="0">
                <a:latin typeface="Trebuchet MS"/>
                <a:cs typeface="Trebuchet MS"/>
              </a:rPr>
              <a:t>r  de </a:t>
            </a:r>
            <a:r>
              <a:rPr sz="1800" spc="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acesso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873123" y="6219545"/>
            <a:ext cx="169163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heavy" spc="-35" dirty="0">
                <a:solidFill>
                  <a:srgbClr val="0000FF"/>
                </a:solidFill>
                <a:uFill>
                  <a:solidFill>
                    <a:srgbClr val="99C83A"/>
                  </a:solidFill>
                </a:uFill>
                <a:latin typeface="Trebuchet MS"/>
                <a:cs typeface="Trebuchet MS"/>
                <a:hlinkClick r:id="rId6"/>
              </a:rPr>
              <a:t>www.uol.com.br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15" dirty="0">
                <a:latin typeface="Trebuchet MS"/>
                <a:cs typeface="Trebuchet MS"/>
              </a:rPr>
              <a:t>187.75.34.47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xfrm>
            <a:off x="1119301" y="487519"/>
            <a:ext cx="6759092" cy="1520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Como</a:t>
            </a:r>
            <a:r>
              <a:rPr spc="-45" dirty="0"/>
              <a:t> </a:t>
            </a:r>
            <a:r>
              <a:rPr spc="-5" dirty="0"/>
              <a:t>a</a:t>
            </a:r>
            <a:r>
              <a:rPr spc="-20" dirty="0"/>
              <a:t> </a:t>
            </a:r>
            <a:r>
              <a:rPr spc="-5" dirty="0"/>
              <a:t>web</a:t>
            </a:r>
            <a:r>
              <a:rPr spc="-155" dirty="0"/>
              <a:t> </a:t>
            </a:r>
            <a:r>
              <a:rPr spc="-5" dirty="0"/>
              <a:t>funciona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11455400" y="6351219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88888"/>
                </a:solidFill>
                <a:latin typeface="Calibri"/>
                <a:cs typeface="Calibri"/>
              </a:rPr>
              <a:t>5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9398" y="0"/>
            <a:ext cx="12212320" cy="6878320"/>
            <a:chOff x="-9398" y="0"/>
            <a:chExt cx="12212320" cy="6878320"/>
          </a:xfrm>
        </p:grpSpPr>
        <p:sp>
          <p:nvSpPr>
            <p:cNvPr id="3" name="object 3"/>
            <p:cNvSpPr/>
            <p:nvPr/>
          </p:nvSpPr>
          <p:spPr>
            <a:xfrm>
              <a:off x="762" y="761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6858000"/>
                  </a:moveTo>
                  <a:lnTo>
                    <a:pt x="12192000" y="6858000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ln w="20320">
              <a:solidFill>
                <a:srgbClr val="688E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75103" y="4710684"/>
              <a:ext cx="1266444" cy="128473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531107" y="5009387"/>
              <a:ext cx="998219" cy="207645"/>
            </a:xfrm>
            <a:custGeom>
              <a:avLst/>
              <a:gdLst/>
              <a:ahLst/>
              <a:cxnLst/>
              <a:rect l="l" t="t" r="r" b="b"/>
              <a:pathLst>
                <a:path w="998220" h="207645">
                  <a:moveTo>
                    <a:pt x="894079" y="0"/>
                  </a:moveTo>
                  <a:lnTo>
                    <a:pt x="894079" y="51816"/>
                  </a:lnTo>
                  <a:lnTo>
                    <a:pt x="0" y="51816"/>
                  </a:lnTo>
                  <a:lnTo>
                    <a:pt x="0" y="155448"/>
                  </a:lnTo>
                  <a:lnTo>
                    <a:pt x="894079" y="155448"/>
                  </a:lnTo>
                  <a:lnTo>
                    <a:pt x="894079" y="207263"/>
                  </a:lnTo>
                  <a:lnTo>
                    <a:pt x="998219" y="103631"/>
                  </a:lnTo>
                  <a:lnTo>
                    <a:pt x="894079" y="0"/>
                  </a:lnTo>
                  <a:close/>
                </a:path>
              </a:pathLst>
            </a:custGeom>
            <a:solidFill>
              <a:srgbClr val="90C2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31869" y="5010149"/>
              <a:ext cx="998219" cy="207645"/>
            </a:xfrm>
            <a:custGeom>
              <a:avLst/>
              <a:gdLst/>
              <a:ahLst/>
              <a:cxnLst/>
              <a:rect l="l" t="t" r="r" b="b"/>
              <a:pathLst>
                <a:path w="998220" h="207645">
                  <a:moveTo>
                    <a:pt x="0" y="51816"/>
                  </a:moveTo>
                  <a:lnTo>
                    <a:pt x="894079" y="51816"/>
                  </a:lnTo>
                  <a:lnTo>
                    <a:pt x="894079" y="0"/>
                  </a:lnTo>
                  <a:lnTo>
                    <a:pt x="998219" y="103631"/>
                  </a:lnTo>
                  <a:lnTo>
                    <a:pt x="894079" y="207263"/>
                  </a:lnTo>
                  <a:lnTo>
                    <a:pt x="894079" y="155448"/>
                  </a:lnTo>
                  <a:lnTo>
                    <a:pt x="0" y="155448"/>
                  </a:lnTo>
                  <a:lnTo>
                    <a:pt x="0" y="51816"/>
                  </a:lnTo>
                  <a:close/>
                </a:path>
              </a:pathLst>
            </a:custGeom>
            <a:ln w="20320">
              <a:solidFill>
                <a:srgbClr val="688E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29399" y="4686299"/>
              <a:ext cx="1661159" cy="133045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878067" y="4995672"/>
              <a:ext cx="678180" cy="190500"/>
            </a:xfrm>
            <a:custGeom>
              <a:avLst/>
              <a:gdLst/>
              <a:ahLst/>
              <a:cxnLst/>
              <a:rect l="l" t="t" r="r" b="b"/>
              <a:pathLst>
                <a:path w="678179" h="190500">
                  <a:moveTo>
                    <a:pt x="582930" y="0"/>
                  </a:moveTo>
                  <a:lnTo>
                    <a:pt x="582930" y="47625"/>
                  </a:lnTo>
                  <a:lnTo>
                    <a:pt x="0" y="47625"/>
                  </a:lnTo>
                  <a:lnTo>
                    <a:pt x="0" y="142875"/>
                  </a:lnTo>
                  <a:lnTo>
                    <a:pt x="582930" y="142875"/>
                  </a:lnTo>
                  <a:lnTo>
                    <a:pt x="582930" y="190500"/>
                  </a:lnTo>
                  <a:lnTo>
                    <a:pt x="678180" y="95250"/>
                  </a:lnTo>
                  <a:lnTo>
                    <a:pt x="582930" y="0"/>
                  </a:lnTo>
                  <a:close/>
                </a:path>
              </a:pathLst>
            </a:custGeom>
            <a:solidFill>
              <a:srgbClr val="90C2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878830" y="4996434"/>
              <a:ext cx="678180" cy="190500"/>
            </a:xfrm>
            <a:custGeom>
              <a:avLst/>
              <a:gdLst/>
              <a:ahLst/>
              <a:cxnLst/>
              <a:rect l="l" t="t" r="r" b="b"/>
              <a:pathLst>
                <a:path w="678179" h="190500">
                  <a:moveTo>
                    <a:pt x="0" y="47625"/>
                  </a:moveTo>
                  <a:lnTo>
                    <a:pt x="582930" y="47625"/>
                  </a:lnTo>
                  <a:lnTo>
                    <a:pt x="582930" y="0"/>
                  </a:lnTo>
                  <a:lnTo>
                    <a:pt x="678179" y="95250"/>
                  </a:lnTo>
                  <a:lnTo>
                    <a:pt x="582930" y="190500"/>
                  </a:lnTo>
                  <a:lnTo>
                    <a:pt x="582930" y="142875"/>
                  </a:lnTo>
                  <a:lnTo>
                    <a:pt x="0" y="142875"/>
                  </a:lnTo>
                  <a:lnTo>
                    <a:pt x="0" y="47625"/>
                  </a:lnTo>
                  <a:close/>
                </a:path>
              </a:pathLst>
            </a:custGeom>
            <a:ln w="20320">
              <a:solidFill>
                <a:srgbClr val="688E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11240" y="2842260"/>
              <a:ext cx="1542288" cy="103631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926580" y="3988307"/>
              <a:ext cx="401320" cy="618490"/>
            </a:xfrm>
            <a:custGeom>
              <a:avLst/>
              <a:gdLst/>
              <a:ahLst/>
              <a:cxnLst/>
              <a:rect l="l" t="t" r="r" b="b"/>
              <a:pathLst>
                <a:path w="401320" h="618489">
                  <a:moveTo>
                    <a:pt x="38480" y="0"/>
                  </a:moveTo>
                  <a:lnTo>
                    <a:pt x="0" y="127635"/>
                  </a:lnTo>
                  <a:lnTo>
                    <a:pt x="41528" y="105410"/>
                  </a:lnTo>
                  <a:lnTo>
                    <a:pt x="317626" y="618490"/>
                  </a:lnTo>
                  <a:lnTo>
                    <a:pt x="400812" y="573913"/>
                  </a:lnTo>
                  <a:lnTo>
                    <a:pt x="124714" y="60706"/>
                  </a:lnTo>
                  <a:lnTo>
                    <a:pt x="166370" y="38481"/>
                  </a:lnTo>
                  <a:lnTo>
                    <a:pt x="38480" y="0"/>
                  </a:lnTo>
                  <a:close/>
                </a:path>
              </a:pathLst>
            </a:custGeom>
            <a:solidFill>
              <a:srgbClr val="90C2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27342" y="3989069"/>
              <a:ext cx="401320" cy="618490"/>
            </a:xfrm>
            <a:custGeom>
              <a:avLst/>
              <a:gdLst/>
              <a:ahLst/>
              <a:cxnLst/>
              <a:rect l="l" t="t" r="r" b="b"/>
              <a:pathLst>
                <a:path w="401320" h="618489">
                  <a:moveTo>
                    <a:pt x="317626" y="618489"/>
                  </a:moveTo>
                  <a:lnTo>
                    <a:pt x="41528" y="105409"/>
                  </a:lnTo>
                  <a:lnTo>
                    <a:pt x="0" y="127634"/>
                  </a:lnTo>
                  <a:lnTo>
                    <a:pt x="38480" y="0"/>
                  </a:lnTo>
                  <a:lnTo>
                    <a:pt x="166369" y="38480"/>
                  </a:lnTo>
                  <a:lnTo>
                    <a:pt x="124713" y="60705"/>
                  </a:lnTo>
                  <a:lnTo>
                    <a:pt x="400811" y="573912"/>
                  </a:lnTo>
                  <a:lnTo>
                    <a:pt x="317626" y="618489"/>
                  </a:lnTo>
                  <a:close/>
                </a:path>
              </a:pathLst>
            </a:custGeom>
            <a:ln w="19050">
              <a:solidFill>
                <a:srgbClr val="688E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225283" y="3928872"/>
              <a:ext cx="429895" cy="605155"/>
            </a:xfrm>
            <a:custGeom>
              <a:avLst/>
              <a:gdLst/>
              <a:ahLst/>
              <a:cxnLst/>
              <a:rect l="l" t="t" r="r" b="b"/>
              <a:pathLst>
                <a:path w="429895" h="605154">
                  <a:moveTo>
                    <a:pt x="91567" y="0"/>
                  </a:moveTo>
                  <a:lnTo>
                    <a:pt x="0" y="54863"/>
                  </a:lnTo>
                  <a:lnTo>
                    <a:pt x="292100" y="540765"/>
                  </a:lnTo>
                  <a:lnTo>
                    <a:pt x="246380" y="568197"/>
                  </a:lnTo>
                  <a:lnTo>
                    <a:pt x="392938" y="604773"/>
                  </a:lnTo>
                  <a:lnTo>
                    <a:pt x="429514" y="458215"/>
                  </a:lnTo>
                  <a:lnTo>
                    <a:pt x="383794" y="485775"/>
                  </a:lnTo>
                  <a:lnTo>
                    <a:pt x="9156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225283" y="3928872"/>
              <a:ext cx="429895" cy="605155"/>
            </a:xfrm>
            <a:custGeom>
              <a:avLst/>
              <a:gdLst/>
              <a:ahLst/>
              <a:cxnLst/>
              <a:rect l="l" t="t" r="r" b="b"/>
              <a:pathLst>
                <a:path w="429895" h="605154">
                  <a:moveTo>
                    <a:pt x="246380" y="568197"/>
                  </a:moveTo>
                  <a:lnTo>
                    <a:pt x="292100" y="540765"/>
                  </a:lnTo>
                  <a:lnTo>
                    <a:pt x="0" y="54863"/>
                  </a:lnTo>
                  <a:lnTo>
                    <a:pt x="91567" y="0"/>
                  </a:lnTo>
                  <a:lnTo>
                    <a:pt x="383794" y="485775"/>
                  </a:lnTo>
                  <a:lnTo>
                    <a:pt x="429514" y="458215"/>
                  </a:lnTo>
                  <a:lnTo>
                    <a:pt x="392938" y="604773"/>
                  </a:lnTo>
                  <a:lnTo>
                    <a:pt x="246380" y="568197"/>
                  </a:lnTo>
                  <a:close/>
                </a:path>
              </a:pathLst>
            </a:custGeom>
            <a:ln w="19048">
              <a:solidFill>
                <a:srgbClr val="688E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42120" y="2913888"/>
              <a:ext cx="1036320" cy="108661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42120" y="4796028"/>
              <a:ext cx="1097279" cy="108356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950708" y="3456431"/>
              <a:ext cx="1391285" cy="1132205"/>
            </a:xfrm>
            <a:custGeom>
              <a:avLst/>
              <a:gdLst/>
              <a:ahLst/>
              <a:cxnLst/>
              <a:rect l="l" t="t" r="r" b="b"/>
              <a:pathLst>
                <a:path w="1391284" h="1132204">
                  <a:moveTo>
                    <a:pt x="0" y="1132077"/>
                  </a:moveTo>
                  <a:lnTo>
                    <a:pt x="1390903" y="0"/>
                  </a:lnTo>
                </a:path>
              </a:pathLst>
            </a:custGeom>
            <a:ln w="76200">
              <a:solidFill>
                <a:srgbClr val="90C224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500628" y="5344668"/>
              <a:ext cx="998219" cy="207645"/>
            </a:xfrm>
            <a:custGeom>
              <a:avLst/>
              <a:gdLst/>
              <a:ahLst/>
              <a:cxnLst/>
              <a:rect l="l" t="t" r="r" b="b"/>
              <a:pathLst>
                <a:path w="998220" h="207645">
                  <a:moveTo>
                    <a:pt x="104139" y="0"/>
                  </a:moveTo>
                  <a:lnTo>
                    <a:pt x="0" y="103631"/>
                  </a:lnTo>
                  <a:lnTo>
                    <a:pt x="104139" y="207263"/>
                  </a:lnTo>
                  <a:lnTo>
                    <a:pt x="104139" y="155447"/>
                  </a:lnTo>
                  <a:lnTo>
                    <a:pt x="998220" y="155447"/>
                  </a:lnTo>
                  <a:lnTo>
                    <a:pt x="998220" y="51815"/>
                  </a:lnTo>
                  <a:lnTo>
                    <a:pt x="104139" y="51815"/>
                  </a:lnTo>
                  <a:lnTo>
                    <a:pt x="10413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501390" y="5345430"/>
              <a:ext cx="998219" cy="207645"/>
            </a:xfrm>
            <a:custGeom>
              <a:avLst/>
              <a:gdLst/>
              <a:ahLst/>
              <a:cxnLst/>
              <a:rect l="l" t="t" r="r" b="b"/>
              <a:pathLst>
                <a:path w="998220" h="207645">
                  <a:moveTo>
                    <a:pt x="998220" y="155448"/>
                  </a:moveTo>
                  <a:lnTo>
                    <a:pt x="104139" y="155448"/>
                  </a:lnTo>
                  <a:lnTo>
                    <a:pt x="104139" y="207264"/>
                  </a:lnTo>
                  <a:lnTo>
                    <a:pt x="0" y="103632"/>
                  </a:lnTo>
                  <a:lnTo>
                    <a:pt x="104139" y="0"/>
                  </a:lnTo>
                  <a:lnTo>
                    <a:pt x="104139" y="51816"/>
                  </a:lnTo>
                  <a:lnTo>
                    <a:pt x="998220" y="51816"/>
                  </a:lnTo>
                  <a:lnTo>
                    <a:pt x="998220" y="155448"/>
                  </a:lnTo>
                  <a:close/>
                </a:path>
              </a:pathLst>
            </a:custGeom>
            <a:ln w="20320">
              <a:solidFill>
                <a:srgbClr val="688E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890260" y="5330951"/>
              <a:ext cx="675640" cy="190500"/>
            </a:xfrm>
            <a:custGeom>
              <a:avLst/>
              <a:gdLst/>
              <a:ahLst/>
              <a:cxnLst/>
              <a:rect l="l" t="t" r="r" b="b"/>
              <a:pathLst>
                <a:path w="675640" h="190500">
                  <a:moveTo>
                    <a:pt x="95123" y="0"/>
                  </a:moveTo>
                  <a:lnTo>
                    <a:pt x="0" y="95250"/>
                  </a:lnTo>
                  <a:lnTo>
                    <a:pt x="95123" y="190500"/>
                  </a:lnTo>
                  <a:lnTo>
                    <a:pt x="95123" y="142875"/>
                  </a:lnTo>
                  <a:lnTo>
                    <a:pt x="675132" y="142875"/>
                  </a:lnTo>
                  <a:lnTo>
                    <a:pt x="675132" y="47625"/>
                  </a:lnTo>
                  <a:lnTo>
                    <a:pt x="95123" y="47625"/>
                  </a:lnTo>
                  <a:lnTo>
                    <a:pt x="9512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891022" y="5331713"/>
              <a:ext cx="675640" cy="190500"/>
            </a:xfrm>
            <a:custGeom>
              <a:avLst/>
              <a:gdLst/>
              <a:ahLst/>
              <a:cxnLst/>
              <a:rect l="l" t="t" r="r" b="b"/>
              <a:pathLst>
                <a:path w="675640" h="190500">
                  <a:moveTo>
                    <a:pt x="675131" y="142875"/>
                  </a:moveTo>
                  <a:lnTo>
                    <a:pt x="95123" y="142875"/>
                  </a:lnTo>
                  <a:lnTo>
                    <a:pt x="95123" y="190500"/>
                  </a:lnTo>
                  <a:lnTo>
                    <a:pt x="0" y="95250"/>
                  </a:lnTo>
                  <a:lnTo>
                    <a:pt x="95123" y="0"/>
                  </a:lnTo>
                  <a:lnTo>
                    <a:pt x="95123" y="47625"/>
                  </a:lnTo>
                  <a:lnTo>
                    <a:pt x="675131" y="47625"/>
                  </a:lnTo>
                  <a:lnTo>
                    <a:pt x="675131" y="142875"/>
                  </a:lnTo>
                  <a:close/>
                </a:path>
              </a:pathLst>
            </a:custGeom>
            <a:ln w="20320">
              <a:solidFill>
                <a:srgbClr val="688E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310371" y="4991099"/>
              <a:ext cx="1001394" cy="210820"/>
            </a:xfrm>
            <a:custGeom>
              <a:avLst/>
              <a:gdLst/>
              <a:ahLst/>
              <a:cxnLst/>
              <a:rect l="l" t="t" r="r" b="b"/>
              <a:pathLst>
                <a:path w="1001395" h="210820">
                  <a:moveTo>
                    <a:pt x="895857" y="0"/>
                  </a:moveTo>
                  <a:lnTo>
                    <a:pt x="895857" y="52577"/>
                  </a:lnTo>
                  <a:lnTo>
                    <a:pt x="0" y="52577"/>
                  </a:lnTo>
                  <a:lnTo>
                    <a:pt x="0" y="157733"/>
                  </a:lnTo>
                  <a:lnTo>
                    <a:pt x="895857" y="157733"/>
                  </a:lnTo>
                  <a:lnTo>
                    <a:pt x="895857" y="210312"/>
                  </a:lnTo>
                  <a:lnTo>
                    <a:pt x="1001268" y="105156"/>
                  </a:lnTo>
                  <a:lnTo>
                    <a:pt x="895857" y="0"/>
                  </a:lnTo>
                  <a:close/>
                </a:path>
              </a:pathLst>
            </a:custGeom>
            <a:solidFill>
              <a:srgbClr val="90C2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311133" y="4991861"/>
              <a:ext cx="1001394" cy="210820"/>
            </a:xfrm>
            <a:custGeom>
              <a:avLst/>
              <a:gdLst/>
              <a:ahLst/>
              <a:cxnLst/>
              <a:rect l="l" t="t" r="r" b="b"/>
              <a:pathLst>
                <a:path w="1001395" h="210820">
                  <a:moveTo>
                    <a:pt x="0" y="52577"/>
                  </a:moveTo>
                  <a:lnTo>
                    <a:pt x="895858" y="52577"/>
                  </a:lnTo>
                  <a:lnTo>
                    <a:pt x="895858" y="0"/>
                  </a:lnTo>
                  <a:lnTo>
                    <a:pt x="1001268" y="105156"/>
                  </a:lnTo>
                  <a:lnTo>
                    <a:pt x="895858" y="210312"/>
                  </a:lnTo>
                  <a:lnTo>
                    <a:pt x="895858" y="157733"/>
                  </a:lnTo>
                  <a:lnTo>
                    <a:pt x="0" y="157733"/>
                  </a:lnTo>
                  <a:lnTo>
                    <a:pt x="0" y="52577"/>
                  </a:lnTo>
                  <a:close/>
                </a:path>
              </a:pathLst>
            </a:custGeom>
            <a:ln w="20320">
              <a:solidFill>
                <a:srgbClr val="688E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809114" y="4308094"/>
            <a:ext cx="3821429" cy="1405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IP: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-15" dirty="0">
                <a:latin typeface="Trebuchet MS"/>
                <a:cs typeface="Trebuchet MS"/>
              </a:rPr>
              <a:t>177.73.33.42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900">
              <a:latin typeface="Trebuchet MS"/>
              <a:cs typeface="Trebuchet MS"/>
            </a:endParaRPr>
          </a:p>
          <a:p>
            <a:pPr marL="2919095" marR="5080" algn="ctr">
              <a:lnSpc>
                <a:spcPct val="100000"/>
              </a:lnSpc>
            </a:pPr>
            <a:r>
              <a:rPr sz="1800" spc="-165" dirty="0">
                <a:latin typeface="Trebuchet MS"/>
                <a:cs typeface="Trebuchet MS"/>
              </a:rPr>
              <a:t>P</a:t>
            </a:r>
            <a:r>
              <a:rPr sz="1800" spc="-5" dirty="0">
                <a:latin typeface="Trebuchet MS"/>
                <a:cs typeface="Trebuchet MS"/>
              </a:rPr>
              <a:t>r</a:t>
            </a:r>
            <a:r>
              <a:rPr sz="1800" spc="-20" dirty="0">
                <a:latin typeface="Trebuchet MS"/>
                <a:cs typeface="Trebuchet MS"/>
              </a:rPr>
              <a:t>o</a:t>
            </a:r>
            <a:r>
              <a:rPr sz="1800" spc="-10" dirty="0">
                <a:latin typeface="Trebuchet MS"/>
                <a:cs typeface="Trebuchet MS"/>
              </a:rPr>
              <a:t>v</a:t>
            </a:r>
            <a:r>
              <a:rPr sz="1800" dirty="0">
                <a:latin typeface="Trebuchet MS"/>
                <a:cs typeface="Trebuchet MS"/>
              </a:rPr>
              <a:t>e</a:t>
            </a:r>
            <a:r>
              <a:rPr sz="1800" spc="5" dirty="0">
                <a:latin typeface="Trebuchet MS"/>
                <a:cs typeface="Trebuchet MS"/>
              </a:rPr>
              <a:t>d</a:t>
            </a:r>
            <a:r>
              <a:rPr sz="1800" spc="-20" dirty="0">
                <a:latin typeface="Trebuchet MS"/>
                <a:cs typeface="Trebuchet MS"/>
              </a:rPr>
              <a:t>o</a:t>
            </a:r>
            <a:r>
              <a:rPr sz="1800" dirty="0">
                <a:latin typeface="Trebuchet MS"/>
                <a:cs typeface="Trebuchet MS"/>
              </a:rPr>
              <a:t>r  de </a:t>
            </a:r>
            <a:r>
              <a:rPr sz="1800" spc="5" dirty="0">
                <a:latin typeface="Trebuchet MS"/>
                <a:cs typeface="Trebuchet MS"/>
              </a:rPr>
              <a:t> </a:t>
            </a:r>
            <a:r>
              <a:rPr sz="1800" spc="-15" dirty="0">
                <a:latin typeface="Trebuchet MS"/>
                <a:cs typeface="Trebuchet MS"/>
              </a:rPr>
              <a:t>acesso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457200" y="431045"/>
            <a:ext cx="10533380" cy="2072639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545"/>
              </a:spcBef>
            </a:pPr>
            <a:r>
              <a:rPr spc="-10" dirty="0"/>
              <a:t>Como</a:t>
            </a:r>
            <a:r>
              <a:rPr spc="-45" dirty="0"/>
              <a:t> </a:t>
            </a:r>
            <a:r>
              <a:rPr spc="-5" dirty="0"/>
              <a:t>a</a:t>
            </a:r>
            <a:r>
              <a:rPr spc="-15" dirty="0"/>
              <a:t> </a:t>
            </a:r>
            <a:r>
              <a:rPr spc="-5" dirty="0"/>
              <a:t>web</a:t>
            </a:r>
            <a:r>
              <a:rPr spc="-75" dirty="0"/>
              <a:t> </a:t>
            </a:r>
            <a:r>
              <a:rPr spc="-5" dirty="0"/>
              <a:t>funciona</a:t>
            </a:r>
          </a:p>
          <a:p>
            <a:pPr marL="106680" marR="5080" algn="just">
              <a:lnSpc>
                <a:spcPct val="100000"/>
              </a:lnSpc>
              <a:spcBef>
                <a:spcPts val="190"/>
              </a:spcBef>
            </a:pPr>
            <a:r>
              <a:rPr sz="2000" dirty="0">
                <a:solidFill>
                  <a:srgbClr val="000000"/>
                </a:solidFill>
              </a:rPr>
              <a:t>3- O </a:t>
            </a:r>
            <a:r>
              <a:rPr sz="2000" spc="-10" dirty="0">
                <a:solidFill>
                  <a:srgbClr val="000000"/>
                </a:solidFill>
              </a:rPr>
              <a:t>número exclusivo que </a:t>
            </a:r>
            <a:r>
              <a:rPr sz="2000" dirty="0">
                <a:solidFill>
                  <a:srgbClr val="000000"/>
                </a:solidFill>
              </a:rPr>
              <a:t>o </a:t>
            </a:r>
            <a:r>
              <a:rPr sz="2000" spc="-10" dirty="0">
                <a:solidFill>
                  <a:srgbClr val="000000"/>
                </a:solidFill>
              </a:rPr>
              <a:t>servidor </a:t>
            </a:r>
            <a:r>
              <a:rPr sz="2000" spc="-5" dirty="0">
                <a:solidFill>
                  <a:srgbClr val="000000"/>
                </a:solidFill>
              </a:rPr>
              <a:t>DNS </a:t>
            </a:r>
            <a:r>
              <a:rPr sz="2000" spc="-10" dirty="0">
                <a:solidFill>
                  <a:srgbClr val="000000"/>
                </a:solidFill>
              </a:rPr>
              <a:t>retorna </a:t>
            </a:r>
            <a:r>
              <a:rPr sz="2000" dirty="0">
                <a:solidFill>
                  <a:srgbClr val="000000"/>
                </a:solidFill>
              </a:rPr>
              <a:t>ao </a:t>
            </a:r>
            <a:r>
              <a:rPr sz="2000" spc="-10" dirty="0">
                <a:solidFill>
                  <a:srgbClr val="000000"/>
                </a:solidFill>
              </a:rPr>
              <a:t>seu computador permite que </a:t>
            </a:r>
            <a:r>
              <a:rPr sz="2000" dirty="0">
                <a:solidFill>
                  <a:srgbClr val="000000"/>
                </a:solidFill>
              </a:rPr>
              <a:t>o </a:t>
            </a:r>
            <a:r>
              <a:rPr sz="2000" spc="5" dirty="0">
                <a:solidFill>
                  <a:srgbClr val="000000"/>
                </a:solidFill>
              </a:rPr>
              <a:t> </a:t>
            </a:r>
            <a:r>
              <a:rPr sz="2000" spc="-10" dirty="0">
                <a:solidFill>
                  <a:srgbClr val="000000"/>
                </a:solidFill>
              </a:rPr>
              <a:t>navegador entre </a:t>
            </a:r>
            <a:r>
              <a:rPr sz="2000" spc="-5" dirty="0">
                <a:solidFill>
                  <a:srgbClr val="000000"/>
                </a:solidFill>
              </a:rPr>
              <a:t>em </a:t>
            </a:r>
            <a:r>
              <a:rPr sz="2000" spc="-10" dirty="0">
                <a:solidFill>
                  <a:srgbClr val="000000"/>
                </a:solidFill>
              </a:rPr>
              <a:t>contato </a:t>
            </a:r>
            <a:r>
              <a:rPr sz="2000" dirty="0">
                <a:solidFill>
                  <a:srgbClr val="000000"/>
                </a:solidFill>
              </a:rPr>
              <a:t>com o </a:t>
            </a:r>
            <a:r>
              <a:rPr sz="2000" spc="-10" dirty="0">
                <a:solidFill>
                  <a:srgbClr val="000000"/>
                </a:solidFill>
              </a:rPr>
              <a:t>servidor da </a:t>
            </a:r>
            <a:r>
              <a:rPr sz="2000" spc="-30" dirty="0">
                <a:solidFill>
                  <a:srgbClr val="000000"/>
                </a:solidFill>
              </a:rPr>
              <a:t>Web </a:t>
            </a:r>
            <a:r>
              <a:rPr sz="2000" spc="-10" dirty="0">
                <a:solidFill>
                  <a:srgbClr val="000000"/>
                </a:solidFill>
              </a:rPr>
              <a:t>que hospeda </a:t>
            </a:r>
            <a:r>
              <a:rPr sz="2000" dirty="0">
                <a:solidFill>
                  <a:srgbClr val="000000"/>
                </a:solidFill>
              </a:rPr>
              <a:t>o site </a:t>
            </a:r>
            <a:r>
              <a:rPr sz="2000" spc="-10" dirty="0">
                <a:solidFill>
                  <a:srgbClr val="000000"/>
                </a:solidFill>
              </a:rPr>
              <a:t>solicitado. </a:t>
            </a:r>
            <a:r>
              <a:rPr sz="2000" spc="-20" dirty="0">
                <a:solidFill>
                  <a:srgbClr val="000000"/>
                </a:solidFill>
              </a:rPr>
              <a:t>Um </a:t>
            </a:r>
            <a:r>
              <a:rPr sz="2000" spc="-15" dirty="0">
                <a:solidFill>
                  <a:srgbClr val="000000"/>
                </a:solidFill>
              </a:rPr>
              <a:t> </a:t>
            </a:r>
            <a:r>
              <a:rPr sz="2000" spc="-10" dirty="0">
                <a:solidFill>
                  <a:srgbClr val="000000"/>
                </a:solidFill>
              </a:rPr>
              <a:t>servidor</a:t>
            </a:r>
            <a:r>
              <a:rPr sz="2000" spc="-5" dirty="0">
                <a:solidFill>
                  <a:srgbClr val="000000"/>
                </a:solidFill>
              </a:rPr>
              <a:t> </a:t>
            </a:r>
            <a:r>
              <a:rPr sz="2000" spc="-10" dirty="0">
                <a:solidFill>
                  <a:srgbClr val="000000"/>
                </a:solidFill>
              </a:rPr>
              <a:t>da</a:t>
            </a:r>
            <a:r>
              <a:rPr sz="2000" spc="-5" dirty="0">
                <a:solidFill>
                  <a:srgbClr val="000000"/>
                </a:solidFill>
              </a:rPr>
              <a:t> </a:t>
            </a:r>
            <a:r>
              <a:rPr sz="2000" spc="-30" dirty="0">
                <a:solidFill>
                  <a:srgbClr val="000000"/>
                </a:solidFill>
              </a:rPr>
              <a:t>Web</a:t>
            </a:r>
            <a:r>
              <a:rPr sz="2000" spc="-25" dirty="0">
                <a:solidFill>
                  <a:srgbClr val="000000"/>
                </a:solidFill>
              </a:rPr>
              <a:t> </a:t>
            </a:r>
            <a:r>
              <a:rPr sz="2000" dirty="0">
                <a:solidFill>
                  <a:srgbClr val="000000"/>
                </a:solidFill>
              </a:rPr>
              <a:t>é</a:t>
            </a:r>
            <a:r>
              <a:rPr sz="2000" spc="5" dirty="0">
                <a:solidFill>
                  <a:srgbClr val="000000"/>
                </a:solidFill>
              </a:rPr>
              <a:t> </a:t>
            </a:r>
            <a:r>
              <a:rPr sz="2000" spc="-5" dirty="0">
                <a:solidFill>
                  <a:srgbClr val="000000"/>
                </a:solidFill>
              </a:rPr>
              <a:t>um</a:t>
            </a:r>
            <a:r>
              <a:rPr sz="2000" dirty="0">
                <a:solidFill>
                  <a:srgbClr val="000000"/>
                </a:solidFill>
              </a:rPr>
              <a:t> </a:t>
            </a:r>
            <a:r>
              <a:rPr sz="2000" spc="-10" dirty="0">
                <a:solidFill>
                  <a:srgbClr val="000000"/>
                </a:solidFill>
              </a:rPr>
              <a:t>computador</a:t>
            </a:r>
            <a:r>
              <a:rPr sz="2000" spc="-5" dirty="0">
                <a:solidFill>
                  <a:srgbClr val="000000"/>
                </a:solidFill>
              </a:rPr>
              <a:t> que</a:t>
            </a:r>
            <a:r>
              <a:rPr sz="2000" dirty="0">
                <a:solidFill>
                  <a:srgbClr val="000000"/>
                </a:solidFill>
              </a:rPr>
              <a:t> </a:t>
            </a:r>
            <a:r>
              <a:rPr sz="2000" spc="-5" dirty="0">
                <a:solidFill>
                  <a:srgbClr val="000000"/>
                </a:solidFill>
              </a:rPr>
              <a:t>está</a:t>
            </a:r>
            <a:r>
              <a:rPr sz="2000" dirty="0">
                <a:solidFill>
                  <a:srgbClr val="000000"/>
                </a:solidFill>
              </a:rPr>
              <a:t> </a:t>
            </a:r>
            <a:r>
              <a:rPr sz="2000" spc="-10" dirty="0">
                <a:solidFill>
                  <a:srgbClr val="000000"/>
                </a:solidFill>
              </a:rPr>
              <a:t>constantemente</a:t>
            </a:r>
            <a:r>
              <a:rPr sz="2000" spc="-5" dirty="0">
                <a:solidFill>
                  <a:srgbClr val="000000"/>
                </a:solidFill>
              </a:rPr>
              <a:t> </a:t>
            </a:r>
            <a:r>
              <a:rPr sz="2000" spc="-10" dirty="0">
                <a:solidFill>
                  <a:srgbClr val="000000"/>
                </a:solidFill>
              </a:rPr>
              <a:t>conectado</a:t>
            </a:r>
            <a:r>
              <a:rPr sz="2000" spc="-5" dirty="0">
                <a:solidFill>
                  <a:srgbClr val="000000"/>
                </a:solidFill>
              </a:rPr>
              <a:t> </a:t>
            </a:r>
            <a:r>
              <a:rPr sz="2000" dirty="0">
                <a:solidFill>
                  <a:srgbClr val="000000"/>
                </a:solidFill>
              </a:rPr>
              <a:t>à</a:t>
            </a:r>
            <a:r>
              <a:rPr sz="2000" spc="5" dirty="0">
                <a:solidFill>
                  <a:srgbClr val="000000"/>
                </a:solidFill>
              </a:rPr>
              <a:t> </a:t>
            </a:r>
            <a:r>
              <a:rPr sz="2000" spc="-35" dirty="0">
                <a:solidFill>
                  <a:srgbClr val="000000"/>
                </a:solidFill>
              </a:rPr>
              <a:t>Web</a:t>
            </a:r>
            <a:r>
              <a:rPr sz="2000" spc="-30" dirty="0">
                <a:solidFill>
                  <a:srgbClr val="000000"/>
                </a:solidFill>
              </a:rPr>
              <a:t> </a:t>
            </a:r>
            <a:r>
              <a:rPr sz="2000" dirty="0">
                <a:solidFill>
                  <a:srgbClr val="000000"/>
                </a:solidFill>
              </a:rPr>
              <a:t>e</a:t>
            </a:r>
            <a:r>
              <a:rPr sz="2000" spc="5" dirty="0">
                <a:solidFill>
                  <a:srgbClr val="000000"/>
                </a:solidFill>
              </a:rPr>
              <a:t> </a:t>
            </a:r>
            <a:r>
              <a:rPr sz="2000" dirty="0">
                <a:solidFill>
                  <a:srgbClr val="000000"/>
                </a:solidFill>
              </a:rPr>
              <a:t>é </a:t>
            </a:r>
            <a:r>
              <a:rPr sz="2000" spc="5" dirty="0">
                <a:solidFill>
                  <a:srgbClr val="000000"/>
                </a:solidFill>
              </a:rPr>
              <a:t> </a:t>
            </a:r>
            <a:r>
              <a:rPr sz="2000" spc="-5" dirty="0">
                <a:solidFill>
                  <a:srgbClr val="000000"/>
                </a:solidFill>
              </a:rPr>
              <a:t>configurado</a:t>
            </a:r>
            <a:r>
              <a:rPr sz="2000" spc="-45" dirty="0">
                <a:solidFill>
                  <a:srgbClr val="000000"/>
                </a:solidFill>
              </a:rPr>
              <a:t> </a:t>
            </a:r>
            <a:r>
              <a:rPr sz="2000" spc="-5" dirty="0">
                <a:solidFill>
                  <a:srgbClr val="000000"/>
                </a:solidFill>
              </a:rPr>
              <a:t>especialmente</a:t>
            </a:r>
            <a:r>
              <a:rPr sz="2000" spc="-40" dirty="0">
                <a:solidFill>
                  <a:srgbClr val="000000"/>
                </a:solidFill>
              </a:rPr>
              <a:t> </a:t>
            </a:r>
            <a:r>
              <a:rPr sz="2000" spc="-5" dirty="0">
                <a:solidFill>
                  <a:srgbClr val="000000"/>
                </a:solidFill>
              </a:rPr>
              <a:t>para</a:t>
            </a:r>
            <a:r>
              <a:rPr sz="2000" spc="-20" dirty="0">
                <a:solidFill>
                  <a:srgbClr val="000000"/>
                </a:solidFill>
              </a:rPr>
              <a:t> </a:t>
            </a:r>
            <a:r>
              <a:rPr sz="2000" spc="-5" dirty="0">
                <a:solidFill>
                  <a:srgbClr val="000000"/>
                </a:solidFill>
              </a:rPr>
              <a:t>enviar</a:t>
            </a:r>
            <a:r>
              <a:rPr sz="2000" spc="-35" dirty="0">
                <a:solidFill>
                  <a:srgbClr val="000000"/>
                </a:solidFill>
              </a:rPr>
              <a:t> </a:t>
            </a:r>
            <a:r>
              <a:rPr sz="2000" spc="-5" dirty="0">
                <a:solidFill>
                  <a:srgbClr val="000000"/>
                </a:solidFill>
              </a:rPr>
              <a:t>páginas</a:t>
            </a:r>
            <a:r>
              <a:rPr sz="2000" spc="-15" dirty="0">
                <a:solidFill>
                  <a:srgbClr val="000000"/>
                </a:solidFill>
              </a:rPr>
              <a:t> </a:t>
            </a:r>
            <a:r>
              <a:rPr sz="2000" dirty="0">
                <a:solidFill>
                  <a:srgbClr val="000000"/>
                </a:solidFill>
              </a:rPr>
              <a:t>da</a:t>
            </a:r>
            <a:r>
              <a:rPr sz="2000" spc="-15" dirty="0">
                <a:solidFill>
                  <a:srgbClr val="000000"/>
                </a:solidFill>
              </a:rPr>
              <a:t> </a:t>
            </a:r>
            <a:r>
              <a:rPr sz="2000" spc="-25" dirty="0">
                <a:solidFill>
                  <a:srgbClr val="000000"/>
                </a:solidFill>
              </a:rPr>
              <a:t>Web</a:t>
            </a:r>
            <a:r>
              <a:rPr sz="2000" spc="-90" dirty="0">
                <a:solidFill>
                  <a:srgbClr val="000000"/>
                </a:solidFill>
              </a:rPr>
              <a:t> </a:t>
            </a:r>
            <a:r>
              <a:rPr sz="2000" dirty="0">
                <a:solidFill>
                  <a:srgbClr val="000000"/>
                </a:solidFill>
              </a:rPr>
              <a:t>aos</a:t>
            </a:r>
            <a:r>
              <a:rPr sz="2000" spc="-245" dirty="0">
                <a:solidFill>
                  <a:srgbClr val="000000"/>
                </a:solidFill>
              </a:rPr>
              <a:t> </a:t>
            </a:r>
            <a:r>
              <a:rPr sz="2000" dirty="0">
                <a:solidFill>
                  <a:srgbClr val="000000"/>
                </a:solidFill>
              </a:rPr>
              <a:t>usuários.</a:t>
            </a:r>
            <a:endParaRPr sz="2000" dirty="0"/>
          </a:p>
        </p:txBody>
      </p:sp>
      <p:sp>
        <p:nvSpPr>
          <p:cNvPr id="27" name="object 27"/>
          <p:cNvSpPr txBox="1"/>
          <p:nvPr/>
        </p:nvSpPr>
        <p:spPr>
          <a:xfrm>
            <a:off x="1873123" y="6079574"/>
            <a:ext cx="1691639" cy="56515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60"/>
              </a:spcBef>
            </a:pPr>
            <a:r>
              <a:rPr sz="1800" u="heavy" dirty="0">
                <a:solidFill>
                  <a:srgbClr val="0000FF"/>
                </a:solidFill>
                <a:uFill>
                  <a:solidFill>
                    <a:srgbClr val="99C83A"/>
                  </a:solidFill>
                </a:uFill>
                <a:latin typeface="Trebuchet MS"/>
                <a:cs typeface="Trebuchet MS"/>
                <a:hlinkClick r:id="rId6"/>
              </a:rPr>
              <a:t>w</a:t>
            </a:r>
            <a:r>
              <a:rPr sz="1800" u="heavy" spc="5" dirty="0">
                <a:solidFill>
                  <a:srgbClr val="0000FF"/>
                </a:solidFill>
                <a:uFill>
                  <a:solidFill>
                    <a:srgbClr val="99C83A"/>
                  </a:solidFill>
                </a:uFill>
                <a:latin typeface="Trebuchet MS"/>
                <a:cs typeface="Trebuchet MS"/>
                <a:hlinkClick r:id="rId6"/>
              </a:rPr>
              <a:t>w</a:t>
            </a:r>
            <a:r>
              <a:rPr sz="1800" u="heavy" spc="-395" dirty="0">
                <a:solidFill>
                  <a:srgbClr val="0000FF"/>
                </a:solidFill>
                <a:uFill>
                  <a:solidFill>
                    <a:srgbClr val="99C83A"/>
                  </a:solidFill>
                </a:uFill>
                <a:latin typeface="Trebuchet MS"/>
                <a:cs typeface="Trebuchet MS"/>
                <a:hlinkClick r:id="rId6"/>
              </a:rPr>
              <a:t>w</a:t>
            </a:r>
            <a:r>
              <a:rPr sz="1800" u="heavy" spc="-5" dirty="0">
                <a:solidFill>
                  <a:srgbClr val="0000FF"/>
                </a:solidFill>
                <a:uFill>
                  <a:solidFill>
                    <a:srgbClr val="99C83A"/>
                  </a:solidFill>
                </a:uFill>
                <a:latin typeface="Trebuchet MS"/>
                <a:cs typeface="Trebuchet MS"/>
                <a:hlinkClick r:id="rId6"/>
              </a:rPr>
              <a:t>.</a:t>
            </a:r>
            <a:r>
              <a:rPr sz="1800" u="heavy" dirty="0">
                <a:solidFill>
                  <a:srgbClr val="0000FF"/>
                </a:solidFill>
                <a:uFill>
                  <a:solidFill>
                    <a:srgbClr val="99C83A"/>
                  </a:solidFill>
                </a:uFill>
                <a:latin typeface="Trebuchet MS"/>
                <a:cs typeface="Trebuchet MS"/>
                <a:hlinkClick r:id="rId6"/>
              </a:rPr>
              <a:t>u</a:t>
            </a:r>
            <a:r>
              <a:rPr sz="1800" u="heavy" spc="-20" dirty="0">
                <a:solidFill>
                  <a:srgbClr val="0000FF"/>
                </a:solidFill>
                <a:uFill>
                  <a:solidFill>
                    <a:srgbClr val="99C83A"/>
                  </a:solidFill>
                </a:uFill>
                <a:latin typeface="Trebuchet MS"/>
                <a:cs typeface="Trebuchet MS"/>
                <a:hlinkClick r:id="rId6"/>
              </a:rPr>
              <a:t>o</a:t>
            </a:r>
            <a:r>
              <a:rPr sz="1800" u="heavy" spc="-5" dirty="0">
                <a:solidFill>
                  <a:srgbClr val="0000FF"/>
                </a:solidFill>
                <a:uFill>
                  <a:solidFill>
                    <a:srgbClr val="99C83A"/>
                  </a:solidFill>
                </a:uFill>
                <a:latin typeface="Trebuchet MS"/>
                <a:cs typeface="Trebuchet MS"/>
                <a:hlinkClick r:id="rId6"/>
              </a:rPr>
              <a:t>l.c</a:t>
            </a:r>
            <a:r>
              <a:rPr sz="1800" u="heavy" spc="-20" dirty="0">
                <a:solidFill>
                  <a:srgbClr val="0000FF"/>
                </a:solidFill>
                <a:uFill>
                  <a:solidFill>
                    <a:srgbClr val="99C83A"/>
                  </a:solidFill>
                </a:uFill>
                <a:latin typeface="Trebuchet MS"/>
                <a:cs typeface="Trebuchet MS"/>
                <a:hlinkClick r:id="rId6"/>
              </a:rPr>
              <a:t>o</a:t>
            </a:r>
            <a:r>
              <a:rPr sz="1800" u="heavy" spc="5" dirty="0">
                <a:solidFill>
                  <a:srgbClr val="0000FF"/>
                </a:solidFill>
                <a:uFill>
                  <a:solidFill>
                    <a:srgbClr val="99C83A"/>
                  </a:solidFill>
                </a:uFill>
                <a:latin typeface="Trebuchet MS"/>
                <a:cs typeface="Trebuchet MS"/>
                <a:hlinkClick r:id="rId6"/>
              </a:rPr>
              <a:t>m</a:t>
            </a:r>
            <a:r>
              <a:rPr sz="1800" u="heavy" spc="-5" dirty="0">
                <a:solidFill>
                  <a:srgbClr val="0000FF"/>
                </a:solidFill>
                <a:uFill>
                  <a:solidFill>
                    <a:srgbClr val="99C83A"/>
                  </a:solidFill>
                </a:uFill>
                <a:latin typeface="Trebuchet MS"/>
                <a:cs typeface="Trebuchet MS"/>
                <a:hlinkClick r:id="rId6"/>
              </a:rPr>
              <a:t>.br </a:t>
            </a:r>
            <a:r>
              <a:rPr sz="1800" spc="-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15" dirty="0">
                <a:latin typeface="Trebuchet MS"/>
                <a:cs typeface="Trebuchet MS"/>
              </a:rPr>
              <a:t>187.75.34.47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3670">
              <a:lnSpc>
                <a:spcPts val="1810"/>
              </a:lnSpc>
            </a:pPr>
            <a:fld id="{81D60167-4931-47E6-BA6A-407CBD079E47}" type="slidenum">
              <a:rPr dirty="0"/>
              <a:t>6</a:t>
            </a:fld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762" y="761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20320">
            <a:solidFill>
              <a:srgbClr val="688E1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56004" y="607567"/>
            <a:ext cx="8083195" cy="772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Como</a:t>
            </a:r>
            <a:r>
              <a:rPr spc="-45" dirty="0"/>
              <a:t> </a:t>
            </a:r>
            <a:r>
              <a:rPr spc="-5" dirty="0"/>
              <a:t>a</a:t>
            </a:r>
            <a:r>
              <a:rPr spc="-20" dirty="0"/>
              <a:t> </a:t>
            </a:r>
            <a:r>
              <a:rPr spc="-5" dirty="0"/>
              <a:t>web</a:t>
            </a:r>
            <a:r>
              <a:rPr spc="-155" dirty="0"/>
              <a:t> </a:t>
            </a:r>
            <a:r>
              <a:rPr spc="-5" dirty="0"/>
              <a:t>funciona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49579" y="1621282"/>
            <a:ext cx="9448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rebuchet MS"/>
                <a:cs typeface="Trebuchet MS"/>
              </a:rPr>
              <a:t>4-</a:t>
            </a:r>
            <a:r>
              <a:rPr sz="2400" spc="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spc="-5" dirty="0">
                <a:latin typeface="Trebuchet MS"/>
                <a:cs typeface="Trebuchet MS"/>
              </a:rPr>
              <a:t>servidor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web </a:t>
            </a:r>
            <a:r>
              <a:rPr sz="2400" spc="-5" dirty="0">
                <a:latin typeface="Trebuchet MS"/>
                <a:cs typeface="Trebuchet MS"/>
              </a:rPr>
              <a:t>envia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5" dirty="0">
                <a:latin typeface="Trebuchet MS"/>
                <a:cs typeface="Trebuchet MS"/>
              </a:rPr>
              <a:t>então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spc="-5" dirty="0">
                <a:latin typeface="Trebuchet MS"/>
                <a:cs typeface="Trebuchet MS"/>
              </a:rPr>
              <a:t>página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5" dirty="0">
                <a:latin typeface="Trebuchet MS"/>
                <a:cs typeface="Trebuchet MS"/>
              </a:rPr>
              <a:t>requisitada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5" dirty="0">
                <a:latin typeface="Trebuchet MS"/>
                <a:cs typeface="Trebuchet MS"/>
              </a:rPr>
              <a:t>para </a:t>
            </a:r>
            <a:r>
              <a:rPr sz="2400" dirty="0">
                <a:latin typeface="Trebuchet MS"/>
                <a:cs typeface="Trebuchet MS"/>
              </a:rPr>
              <a:t>seu</a:t>
            </a:r>
            <a:r>
              <a:rPr sz="2400" spc="18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browser.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975104" y="2842260"/>
            <a:ext cx="8464550" cy="3175000"/>
            <a:chOff x="1975104" y="2842260"/>
            <a:chExt cx="8464550" cy="31750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75104" y="4710683"/>
              <a:ext cx="1266444" cy="128473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531108" y="5009388"/>
              <a:ext cx="998219" cy="207645"/>
            </a:xfrm>
            <a:custGeom>
              <a:avLst/>
              <a:gdLst/>
              <a:ahLst/>
              <a:cxnLst/>
              <a:rect l="l" t="t" r="r" b="b"/>
              <a:pathLst>
                <a:path w="998220" h="207645">
                  <a:moveTo>
                    <a:pt x="894079" y="0"/>
                  </a:moveTo>
                  <a:lnTo>
                    <a:pt x="894079" y="51816"/>
                  </a:lnTo>
                  <a:lnTo>
                    <a:pt x="0" y="51816"/>
                  </a:lnTo>
                  <a:lnTo>
                    <a:pt x="0" y="155448"/>
                  </a:lnTo>
                  <a:lnTo>
                    <a:pt x="894079" y="155448"/>
                  </a:lnTo>
                  <a:lnTo>
                    <a:pt x="894079" y="207263"/>
                  </a:lnTo>
                  <a:lnTo>
                    <a:pt x="998219" y="103631"/>
                  </a:lnTo>
                  <a:lnTo>
                    <a:pt x="894079" y="0"/>
                  </a:lnTo>
                  <a:close/>
                </a:path>
              </a:pathLst>
            </a:custGeom>
            <a:solidFill>
              <a:srgbClr val="90C2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31870" y="5010150"/>
              <a:ext cx="998219" cy="207645"/>
            </a:xfrm>
            <a:custGeom>
              <a:avLst/>
              <a:gdLst/>
              <a:ahLst/>
              <a:cxnLst/>
              <a:rect l="l" t="t" r="r" b="b"/>
              <a:pathLst>
                <a:path w="998220" h="207645">
                  <a:moveTo>
                    <a:pt x="0" y="51816"/>
                  </a:moveTo>
                  <a:lnTo>
                    <a:pt x="894079" y="51816"/>
                  </a:lnTo>
                  <a:lnTo>
                    <a:pt x="894079" y="0"/>
                  </a:lnTo>
                  <a:lnTo>
                    <a:pt x="998219" y="103631"/>
                  </a:lnTo>
                  <a:lnTo>
                    <a:pt x="894079" y="207263"/>
                  </a:lnTo>
                  <a:lnTo>
                    <a:pt x="894079" y="155448"/>
                  </a:lnTo>
                  <a:lnTo>
                    <a:pt x="0" y="155448"/>
                  </a:lnTo>
                  <a:lnTo>
                    <a:pt x="0" y="51816"/>
                  </a:lnTo>
                  <a:close/>
                </a:path>
              </a:pathLst>
            </a:custGeom>
            <a:ln w="20320">
              <a:solidFill>
                <a:srgbClr val="688E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29400" y="4686300"/>
              <a:ext cx="1661159" cy="133045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878068" y="4995672"/>
              <a:ext cx="678180" cy="190500"/>
            </a:xfrm>
            <a:custGeom>
              <a:avLst/>
              <a:gdLst/>
              <a:ahLst/>
              <a:cxnLst/>
              <a:rect l="l" t="t" r="r" b="b"/>
              <a:pathLst>
                <a:path w="678179" h="190500">
                  <a:moveTo>
                    <a:pt x="582930" y="0"/>
                  </a:moveTo>
                  <a:lnTo>
                    <a:pt x="582930" y="47625"/>
                  </a:lnTo>
                  <a:lnTo>
                    <a:pt x="0" y="47625"/>
                  </a:lnTo>
                  <a:lnTo>
                    <a:pt x="0" y="142875"/>
                  </a:lnTo>
                  <a:lnTo>
                    <a:pt x="582930" y="142875"/>
                  </a:lnTo>
                  <a:lnTo>
                    <a:pt x="582930" y="190500"/>
                  </a:lnTo>
                  <a:lnTo>
                    <a:pt x="678180" y="95250"/>
                  </a:lnTo>
                  <a:lnTo>
                    <a:pt x="582930" y="0"/>
                  </a:lnTo>
                  <a:close/>
                </a:path>
              </a:pathLst>
            </a:custGeom>
            <a:solidFill>
              <a:srgbClr val="90C2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878830" y="4996433"/>
              <a:ext cx="678180" cy="190500"/>
            </a:xfrm>
            <a:custGeom>
              <a:avLst/>
              <a:gdLst/>
              <a:ahLst/>
              <a:cxnLst/>
              <a:rect l="l" t="t" r="r" b="b"/>
              <a:pathLst>
                <a:path w="678179" h="190500">
                  <a:moveTo>
                    <a:pt x="0" y="47625"/>
                  </a:moveTo>
                  <a:lnTo>
                    <a:pt x="582930" y="47625"/>
                  </a:lnTo>
                  <a:lnTo>
                    <a:pt x="582930" y="0"/>
                  </a:lnTo>
                  <a:lnTo>
                    <a:pt x="678179" y="95250"/>
                  </a:lnTo>
                  <a:lnTo>
                    <a:pt x="582930" y="190500"/>
                  </a:lnTo>
                  <a:lnTo>
                    <a:pt x="582930" y="142875"/>
                  </a:lnTo>
                  <a:lnTo>
                    <a:pt x="0" y="142875"/>
                  </a:lnTo>
                  <a:lnTo>
                    <a:pt x="0" y="47625"/>
                  </a:lnTo>
                  <a:close/>
                </a:path>
              </a:pathLst>
            </a:custGeom>
            <a:ln w="20320">
              <a:solidFill>
                <a:srgbClr val="688E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11239" y="2842260"/>
              <a:ext cx="1542288" cy="103631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926580" y="3988308"/>
              <a:ext cx="401320" cy="618490"/>
            </a:xfrm>
            <a:custGeom>
              <a:avLst/>
              <a:gdLst/>
              <a:ahLst/>
              <a:cxnLst/>
              <a:rect l="l" t="t" r="r" b="b"/>
              <a:pathLst>
                <a:path w="401320" h="618489">
                  <a:moveTo>
                    <a:pt x="38480" y="0"/>
                  </a:moveTo>
                  <a:lnTo>
                    <a:pt x="0" y="127635"/>
                  </a:lnTo>
                  <a:lnTo>
                    <a:pt x="41528" y="105410"/>
                  </a:lnTo>
                  <a:lnTo>
                    <a:pt x="317626" y="618490"/>
                  </a:lnTo>
                  <a:lnTo>
                    <a:pt x="400812" y="573913"/>
                  </a:lnTo>
                  <a:lnTo>
                    <a:pt x="124714" y="60706"/>
                  </a:lnTo>
                  <a:lnTo>
                    <a:pt x="166370" y="38481"/>
                  </a:lnTo>
                  <a:lnTo>
                    <a:pt x="38480" y="0"/>
                  </a:lnTo>
                  <a:close/>
                </a:path>
              </a:pathLst>
            </a:custGeom>
            <a:solidFill>
              <a:srgbClr val="90C2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927342" y="3989070"/>
              <a:ext cx="401320" cy="618490"/>
            </a:xfrm>
            <a:custGeom>
              <a:avLst/>
              <a:gdLst/>
              <a:ahLst/>
              <a:cxnLst/>
              <a:rect l="l" t="t" r="r" b="b"/>
              <a:pathLst>
                <a:path w="401320" h="618489">
                  <a:moveTo>
                    <a:pt x="317626" y="618489"/>
                  </a:moveTo>
                  <a:lnTo>
                    <a:pt x="41528" y="105409"/>
                  </a:lnTo>
                  <a:lnTo>
                    <a:pt x="0" y="127634"/>
                  </a:lnTo>
                  <a:lnTo>
                    <a:pt x="38480" y="0"/>
                  </a:lnTo>
                  <a:lnTo>
                    <a:pt x="166369" y="38480"/>
                  </a:lnTo>
                  <a:lnTo>
                    <a:pt x="124713" y="60705"/>
                  </a:lnTo>
                  <a:lnTo>
                    <a:pt x="400811" y="573912"/>
                  </a:lnTo>
                  <a:lnTo>
                    <a:pt x="317626" y="618489"/>
                  </a:lnTo>
                  <a:close/>
                </a:path>
              </a:pathLst>
            </a:custGeom>
            <a:ln w="19050">
              <a:solidFill>
                <a:srgbClr val="688E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225283" y="3928872"/>
              <a:ext cx="429895" cy="605155"/>
            </a:xfrm>
            <a:custGeom>
              <a:avLst/>
              <a:gdLst/>
              <a:ahLst/>
              <a:cxnLst/>
              <a:rect l="l" t="t" r="r" b="b"/>
              <a:pathLst>
                <a:path w="429895" h="605154">
                  <a:moveTo>
                    <a:pt x="91567" y="0"/>
                  </a:moveTo>
                  <a:lnTo>
                    <a:pt x="0" y="54863"/>
                  </a:lnTo>
                  <a:lnTo>
                    <a:pt x="292100" y="540765"/>
                  </a:lnTo>
                  <a:lnTo>
                    <a:pt x="246380" y="568197"/>
                  </a:lnTo>
                  <a:lnTo>
                    <a:pt x="392938" y="604773"/>
                  </a:lnTo>
                  <a:lnTo>
                    <a:pt x="429514" y="458215"/>
                  </a:lnTo>
                  <a:lnTo>
                    <a:pt x="383794" y="485775"/>
                  </a:lnTo>
                  <a:lnTo>
                    <a:pt x="9156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25283" y="3928872"/>
              <a:ext cx="429895" cy="605155"/>
            </a:xfrm>
            <a:custGeom>
              <a:avLst/>
              <a:gdLst/>
              <a:ahLst/>
              <a:cxnLst/>
              <a:rect l="l" t="t" r="r" b="b"/>
              <a:pathLst>
                <a:path w="429895" h="605154">
                  <a:moveTo>
                    <a:pt x="246380" y="568197"/>
                  </a:moveTo>
                  <a:lnTo>
                    <a:pt x="292100" y="540765"/>
                  </a:lnTo>
                  <a:lnTo>
                    <a:pt x="0" y="54863"/>
                  </a:lnTo>
                  <a:lnTo>
                    <a:pt x="91567" y="0"/>
                  </a:lnTo>
                  <a:lnTo>
                    <a:pt x="383794" y="485775"/>
                  </a:lnTo>
                  <a:lnTo>
                    <a:pt x="429514" y="458215"/>
                  </a:lnTo>
                  <a:lnTo>
                    <a:pt x="392938" y="604773"/>
                  </a:lnTo>
                  <a:lnTo>
                    <a:pt x="246380" y="568197"/>
                  </a:lnTo>
                  <a:close/>
                </a:path>
              </a:pathLst>
            </a:custGeom>
            <a:ln w="19048">
              <a:solidFill>
                <a:srgbClr val="688E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42120" y="2913888"/>
              <a:ext cx="1036320" cy="108661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42120" y="4796027"/>
              <a:ext cx="1097279" cy="108356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950707" y="3456432"/>
              <a:ext cx="1391285" cy="1132205"/>
            </a:xfrm>
            <a:custGeom>
              <a:avLst/>
              <a:gdLst/>
              <a:ahLst/>
              <a:cxnLst/>
              <a:rect l="l" t="t" r="r" b="b"/>
              <a:pathLst>
                <a:path w="1391284" h="1132204">
                  <a:moveTo>
                    <a:pt x="0" y="1132077"/>
                  </a:moveTo>
                  <a:lnTo>
                    <a:pt x="1390903" y="0"/>
                  </a:lnTo>
                </a:path>
              </a:pathLst>
            </a:custGeom>
            <a:ln w="76200">
              <a:solidFill>
                <a:srgbClr val="90C224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500628" y="5344667"/>
              <a:ext cx="998219" cy="207645"/>
            </a:xfrm>
            <a:custGeom>
              <a:avLst/>
              <a:gdLst/>
              <a:ahLst/>
              <a:cxnLst/>
              <a:rect l="l" t="t" r="r" b="b"/>
              <a:pathLst>
                <a:path w="998220" h="207645">
                  <a:moveTo>
                    <a:pt x="104139" y="0"/>
                  </a:moveTo>
                  <a:lnTo>
                    <a:pt x="0" y="103631"/>
                  </a:lnTo>
                  <a:lnTo>
                    <a:pt x="104139" y="207263"/>
                  </a:lnTo>
                  <a:lnTo>
                    <a:pt x="104139" y="155447"/>
                  </a:lnTo>
                  <a:lnTo>
                    <a:pt x="998220" y="155447"/>
                  </a:lnTo>
                  <a:lnTo>
                    <a:pt x="998220" y="51815"/>
                  </a:lnTo>
                  <a:lnTo>
                    <a:pt x="104139" y="51815"/>
                  </a:lnTo>
                  <a:lnTo>
                    <a:pt x="10413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501390" y="5345430"/>
              <a:ext cx="998219" cy="207645"/>
            </a:xfrm>
            <a:custGeom>
              <a:avLst/>
              <a:gdLst/>
              <a:ahLst/>
              <a:cxnLst/>
              <a:rect l="l" t="t" r="r" b="b"/>
              <a:pathLst>
                <a:path w="998220" h="207645">
                  <a:moveTo>
                    <a:pt x="998220" y="155448"/>
                  </a:moveTo>
                  <a:lnTo>
                    <a:pt x="104139" y="155448"/>
                  </a:lnTo>
                  <a:lnTo>
                    <a:pt x="104139" y="207264"/>
                  </a:lnTo>
                  <a:lnTo>
                    <a:pt x="0" y="103632"/>
                  </a:lnTo>
                  <a:lnTo>
                    <a:pt x="104139" y="0"/>
                  </a:lnTo>
                  <a:lnTo>
                    <a:pt x="104139" y="51816"/>
                  </a:lnTo>
                  <a:lnTo>
                    <a:pt x="998220" y="51816"/>
                  </a:lnTo>
                  <a:lnTo>
                    <a:pt x="998220" y="155448"/>
                  </a:lnTo>
                  <a:close/>
                </a:path>
              </a:pathLst>
            </a:custGeom>
            <a:ln w="20320">
              <a:solidFill>
                <a:srgbClr val="688E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890260" y="5330952"/>
              <a:ext cx="675640" cy="190500"/>
            </a:xfrm>
            <a:custGeom>
              <a:avLst/>
              <a:gdLst/>
              <a:ahLst/>
              <a:cxnLst/>
              <a:rect l="l" t="t" r="r" b="b"/>
              <a:pathLst>
                <a:path w="675640" h="190500">
                  <a:moveTo>
                    <a:pt x="95123" y="0"/>
                  </a:moveTo>
                  <a:lnTo>
                    <a:pt x="0" y="95250"/>
                  </a:lnTo>
                  <a:lnTo>
                    <a:pt x="95123" y="190500"/>
                  </a:lnTo>
                  <a:lnTo>
                    <a:pt x="95123" y="142875"/>
                  </a:lnTo>
                  <a:lnTo>
                    <a:pt x="675132" y="142875"/>
                  </a:lnTo>
                  <a:lnTo>
                    <a:pt x="675132" y="47625"/>
                  </a:lnTo>
                  <a:lnTo>
                    <a:pt x="95123" y="47625"/>
                  </a:lnTo>
                  <a:lnTo>
                    <a:pt x="9512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891022" y="5331714"/>
              <a:ext cx="675640" cy="190500"/>
            </a:xfrm>
            <a:custGeom>
              <a:avLst/>
              <a:gdLst/>
              <a:ahLst/>
              <a:cxnLst/>
              <a:rect l="l" t="t" r="r" b="b"/>
              <a:pathLst>
                <a:path w="675640" h="190500">
                  <a:moveTo>
                    <a:pt x="675131" y="142875"/>
                  </a:moveTo>
                  <a:lnTo>
                    <a:pt x="95123" y="142875"/>
                  </a:lnTo>
                  <a:lnTo>
                    <a:pt x="95123" y="190500"/>
                  </a:lnTo>
                  <a:lnTo>
                    <a:pt x="0" y="95250"/>
                  </a:lnTo>
                  <a:lnTo>
                    <a:pt x="95123" y="0"/>
                  </a:lnTo>
                  <a:lnTo>
                    <a:pt x="95123" y="47625"/>
                  </a:lnTo>
                  <a:lnTo>
                    <a:pt x="675131" y="47625"/>
                  </a:lnTo>
                  <a:lnTo>
                    <a:pt x="675131" y="142875"/>
                  </a:lnTo>
                  <a:close/>
                </a:path>
              </a:pathLst>
            </a:custGeom>
            <a:ln w="20320">
              <a:solidFill>
                <a:srgbClr val="688E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310372" y="4991100"/>
              <a:ext cx="1001394" cy="210820"/>
            </a:xfrm>
            <a:custGeom>
              <a:avLst/>
              <a:gdLst/>
              <a:ahLst/>
              <a:cxnLst/>
              <a:rect l="l" t="t" r="r" b="b"/>
              <a:pathLst>
                <a:path w="1001395" h="210820">
                  <a:moveTo>
                    <a:pt x="895857" y="0"/>
                  </a:moveTo>
                  <a:lnTo>
                    <a:pt x="895857" y="52577"/>
                  </a:lnTo>
                  <a:lnTo>
                    <a:pt x="0" y="52577"/>
                  </a:lnTo>
                  <a:lnTo>
                    <a:pt x="0" y="157733"/>
                  </a:lnTo>
                  <a:lnTo>
                    <a:pt x="895857" y="157733"/>
                  </a:lnTo>
                  <a:lnTo>
                    <a:pt x="895857" y="210312"/>
                  </a:lnTo>
                  <a:lnTo>
                    <a:pt x="1001268" y="105156"/>
                  </a:lnTo>
                  <a:lnTo>
                    <a:pt x="895857" y="0"/>
                  </a:lnTo>
                  <a:close/>
                </a:path>
              </a:pathLst>
            </a:custGeom>
            <a:solidFill>
              <a:srgbClr val="90C2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311133" y="4991861"/>
              <a:ext cx="1001394" cy="210820"/>
            </a:xfrm>
            <a:custGeom>
              <a:avLst/>
              <a:gdLst/>
              <a:ahLst/>
              <a:cxnLst/>
              <a:rect l="l" t="t" r="r" b="b"/>
              <a:pathLst>
                <a:path w="1001395" h="210820">
                  <a:moveTo>
                    <a:pt x="0" y="52577"/>
                  </a:moveTo>
                  <a:lnTo>
                    <a:pt x="895858" y="52577"/>
                  </a:lnTo>
                  <a:lnTo>
                    <a:pt x="895858" y="0"/>
                  </a:lnTo>
                  <a:lnTo>
                    <a:pt x="1001268" y="105156"/>
                  </a:lnTo>
                  <a:lnTo>
                    <a:pt x="895858" y="210312"/>
                  </a:lnTo>
                  <a:lnTo>
                    <a:pt x="895858" y="157733"/>
                  </a:lnTo>
                  <a:lnTo>
                    <a:pt x="0" y="157733"/>
                  </a:lnTo>
                  <a:lnTo>
                    <a:pt x="0" y="52577"/>
                  </a:lnTo>
                  <a:close/>
                </a:path>
              </a:pathLst>
            </a:custGeom>
            <a:ln w="20320">
              <a:solidFill>
                <a:srgbClr val="688E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295132" y="5353811"/>
              <a:ext cx="998219" cy="212090"/>
            </a:xfrm>
            <a:custGeom>
              <a:avLst/>
              <a:gdLst/>
              <a:ahLst/>
              <a:cxnLst/>
              <a:rect l="l" t="t" r="r" b="b"/>
              <a:pathLst>
                <a:path w="998220" h="212089">
                  <a:moveTo>
                    <a:pt x="105410" y="0"/>
                  </a:moveTo>
                  <a:lnTo>
                    <a:pt x="0" y="105918"/>
                  </a:lnTo>
                  <a:lnTo>
                    <a:pt x="105410" y="211835"/>
                  </a:lnTo>
                  <a:lnTo>
                    <a:pt x="105410" y="158876"/>
                  </a:lnTo>
                  <a:lnTo>
                    <a:pt x="998220" y="158876"/>
                  </a:lnTo>
                  <a:lnTo>
                    <a:pt x="998220" y="52959"/>
                  </a:lnTo>
                  <a:lnTo>
                    <a:pt x="105410" y="52959"/>
                  </a:lnTo>
                  <a:lnTo>
                    <a:pt x="10541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295894" y="5354574"/>
              <a:ext cx="998219" cy="212090"/>
            </a:xfrm>
            <a:custGeom>
              <a:avLst/>
              <a:gdLst/>
              <a:ahLst/>
              <a:cxnLst/>
              <a:rect l="l" t="t" r="r" b="b"/>
              <a:pathLst>
                <a:path w="998220" h="212089">
                  <a:moveTo>
                    <a:pt x="998220" y="158876"/>
                  </a:moveTo>
                  <a:lnTo>
                    <a:pt x="105409" y="158876"/>
                  </a:lnTo>
                  <a:lnTo>
                    <a:pt x="105409" y="211835"/>
                  </a:lnTo>
                  <a:lnTo>
                    <a:pt x="0" y="105917"/>
                  </a:lnTo>
                  <a:lnTo>
                    <a:pt x="105409" y="0"/>
                  </a:lnTo>
                  <a:lnTo>
                    <a:pt x="105409" y="52959"/>
                  </a:lnTo>
                  <a:lnTo>
                    <a:pt x="998220" y="52959"/>
                  </a:lnTo>
                  <a:lnTo>
                    <a:pt x="998220" y="158876"/>
                  </a:lnTo>
                  <a:close/>
                </a:path>
              </a:pathLst>
            </a:custGeom>
            <a:ln w="20320">
              <a:solidFill>
                <a:srgbClr val="688E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809114" y="4308094"/>
            <a:ext cx="3821429" cy="1405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IP: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-15" dirty="0">
                <a:latin typeface="Trebuchet MS"/>
                <a:cs typeface="Trebuchet MS"/>
              </a:rPr>
              <a:t>177.73.33.42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900">
              <a:latin typeface="Trebuchet MS"/>
              <a:cs typeface="Trebuchet MS"/>
            </a:endParaRPr>
          </a:p>
          <a:p>
            <a:pPr marL="2919095" marR="5080" algn="ctr">
              <a:lnSpc>
                <a:spcPct val="100000"/>
              </a:lnSpc>
            </a:pPr>
            <a:r>
              <a:rPr sz="1800" spc="-165" dirty="0">
                <a:latin typeface="Trebuchet MS"/>
                <a:cs typeface="Trebuchet MS"/>
              </a:rPr>
              <a:t>P</a:t>
            </a:r>
            <a:r>
              <a:rPr sz="1800" spc="-5" dirty="0">
                <a:latin typeface="Trebuchet MS"/>
                <a:cs typeface="Trebuchet MS"/>
              </a:rPr>
              <a:t>r</a:t>
            </a:r>
            <a:r>
              <a:rPr sz="1800" spc="-20" dirty="0">
                <a:latin typeface="Trebuchet MS"/>
                <a:cs typeface="Trebuchet MS"/>
              </a:rPr>
              <a:t>o</a:t>
            </a:r>
            <a:r>
              <a:rPr sz="1800" spc="-10" dirty="0">
                <a:latin typeface="Trebuchet MS"/>
                <a:cs typeface="Trebuchet MS"/>
              </a:rPr>
              <a:t>v</a:t>
            </a:r>
            <a:r>
              <a:rPr sz="1800" dirty="0">
                <a:latin typeface="Trebuchet MS"/>
                <a:cs typeface="Trebuchet MS"/>
              </a:rPr>
              <a:t>e</a:t>
            </a:r>
            <a:r>
              <a:rPr sz="1800" spc="5" dirty="0">
                <a:latin typeface="Trebuchet MS"/>
                <a:cs typeface="Trebuchet MS"/>
              </a:rPr>
              <a:t>d</a:t>
            </a:r>
            <a:r>
              <a:rPr sz="1800" spc="-20" dirty="0">
                <a:latin typeface="Trebuchet MS"/>
                <a:cs typeface="Trebuchet MS"/>
              </a:rPr>
              <a:t>o</a:t>
            </a:r>
            <a:r>
              <a:rPr sz="1800" dirty="0">
                <a:latin typeface="Trebuchet MS"/>
                <a:cs typeface="Trebuchet MS"/>
              </a:rPr>
              <a:t>r  de </a:t>
            </a:r>
            <a:r>
              <a:rPr sz="1800" spc="5" dirty="0">
                <a:latin typeface="Trebuchet MS"/>
                <a:cs typeface="Trebuchet MS"/>
              </a:rPr>
              <a:t> </a:t>
            </a:r>
            <a:r>
              <a:rPr sz="1800" spc="-15" dirty="0">
                <a:latin typeface="Trebuchet MS"/>
                <a:cs typeface="Trebuchet MS"/>
              </a:rPr>
              <a:t>acesso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873123" y="6079574"/>
            <a:ext cx="1691639" cy="56515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60"/>
              </a:spcBef>
            </a:pPr>
            <a:r>
              <a:rPr sz="1800" u="heavy" dirty="0">
                <a:solidFill>
                  <a:srgbClr val="0000FF"/>
                </a:solidFill>
                <a:uFill>
                  <a:solidFill>
                    <a:srgbClr val="99C83A"/>
                  </a:solidFill>
                </a:uFill>
                <a:latin typeface="Trebuchet MS"/>
                <a:cs typeface="Trebuchet MS"/>
                <a:hlinkClick r:id="rId6"/>
              </a:rPr>
              <a:t>w</a:t>
            </a:r>
            <a:r>
              <a:rPr sz="1800" u="heavy" spc="5" dirty="0">
                <a:solidFill>
                  <a:srgbClr val="0000FF"/>
                </a:solidFill>
                <a:uFill>
                  <a:solidFill>
                    <a:srgbClr val="99C83A"/>
                  </a:solidFill>
                </a:uFill>
                <a:latin typeface="Trebuchet MS"/>
                <a:cs typeface="Trebuchet MS"/>
                <a:hlinkClick r:id="rId6"/>
              </a:rPr>
              <a:t>w</a:t>
            </a:r>
            <a:r>
              <a:rPr sz="1800" u="heavy" spc="-395" dirty="0">
                <a:solidFill>
                  <a:srgbClr val="0000FF"/>
                </a:solidFill>
                <a:uFill>
                  <a:solidFill>
                    <a:srgbClr val="99C83A"/>
                  </a:solidFill>
                </a:uFill>
                <a:latin typeface="Trebuchet MS"/>
                <a:cs typeface="Trebuchet MS"/>
                <a:hlinkClick r:id="rId6"/>
              </a:rPr>
              <a:t>w</a:t>
            </a:r>
            <a:r>
              <a:rPr sz="1800" u="heavy" spc="-5" dirty="0">
                <a:solidFill>
                  <a:srgbClr val="0000FF"/>
                </a:solidFill>
                <a:uFill>
                  <a:solidFill>
                    <a:srgbClr val="99C83A"/>
                  </a:solidFill>
                </a:uFill>
                <a:latin typeface="Trebuchet MS"/>
                <a:cs typeface="Trebuchet MS"/>
                <a:hlinkClick r:id="rId6"/>
              </a:rPr>
              <a:t>.</a:t>
            </a:r>
            <a:r>
              <a:rPr sz="1800" u="heavy" dirty="0">
                <a:solidFill>
                  <a:srgbClr val="0000FF"/>
                </a:solidFill>
                <a:uFill>
                  <a:solidFill>
                    <a:srgbClr val="99C83A"/>
                  </a:solidFill>
                </a:uFill>
                <a:latin typeface="Trebuchet MS"/>
                <a:cs typeface="Trebuchet MS"/>
                <a:hlinkClick r:id="rId6"/>
              </a:rPr>
              <a:t>u</a:t>
            </a:r>
            <a:r>
              <a:rPr sz="1800" u="heavy" spc="-20" dirty="0">
                <a:solidFill>
                  <a:srgbClr val="0000FF"/>
                </a:solidFill>
                <a:uFill>
                  <a:solidFill>
                    <a:srgbClr val="99C83A"/>
                  </a:solidFill>
                </a:uFill>
                <a:latin typeface="Trebuchet MS"/>
                <a:cs typeface="Trebuchet MS"/>
                <a:hlinkClick r:id="rId6"/>
              </a:rPr>
              <a:t>o</a:t>
            </a:r>
            <a:r>
              <a:rPr sz="1800" u="heavy" spc="-5" dirty="0">
                <a:solidFill>
                  <a:srgbClr val="0000FF"/>
                </a:solidFill>
                <a:uFill>
                  <a:solidFill>
                    <a:srgbClr val="99C83A"/>
                  </a:solidFill>
                </a:uFill>
                <a:latin typeface="Trebuchet MS"/>
                <a:cs typeface="Trebuchet MS"/>
                <a:hlinkClick r:id="rId6"/>
              </a:rPr>
              <a:t>l.c</a:t>
            </a:r>
            <a:r>
              <a:rPr sz="1800" u="heavy" spc="-20" dirty="0">
                <a:solidFill>
                  <a:srgbClr val="0000FF"/>
                </a:solidFill>
                <a:uFill>
                  <a:solidFill>
                    <a:srgbClr val="99C83A"/>
                  </a:solidFill>
                </a:uFill>
                <a:latin typeface="Trebuchet MS"/>
                <a:cs typeface="Trebuchet MS"/>
                <a:hlinkClick r:id="rId6"/>
              </a:rPr>
              <a:t>o</a:t>
            </a:r>
            <a:r>
              <a:rPr sz="1800" u="heavy" spc="5" dirty="0">
                <a:solidFill>
                  <a:srgbClr val="0000FF"/>
                </a:solidFill>
                <a:uFill>
                  <a:solidFill>
                    <a:srgbClr val="99C83A"/>
                  </a:solidFill>
                </a:uFill>
                <a:latin typeface="Trebuchet MS"/>
                <a:cs typeface="Trebuchet MS"/>
                <a:hlinkClick r:id="rId6"/>
              </a:rPr>
              <a:t>m</a:t>
            </a:r>
            <a:r>
              <a:rPr sz="1800" u="heavy" spc="-5" dirty="0">
                <a:solidFill>
                  <a:srgbClr val="0000FF"/>
                </a:solidFill>
                <a:uFill>
                  <a:solidFill>
                    <a:srgbClr val="99C83A"/>
                  </a:solidFill>
                </a:uFill>
                <a:latin typeface="Trebuchet MS"/>
                <a:cs typeface="Trebuchet MS"/>
                <a:hlinkClick r:id="rId6"/>
              </a:rPr>
              <a:t>.br </a:t>
            </a:r>
            <a:r>
              <a:rPr sz="1800" spc="-5" dirty="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sz="1800" spc="-15" dirty="0">
                <a:latin typeface="Trebuchet MS"/>
                <a:cs typeface="Trebuchet MS"/>
              </a:rPr>
              <a:t>187.75.34.47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3670">
              <a:lnSpc>
                <a:spcPts val="1810"/>
              </a:lnSpc>
            </a:pPr>
            <a:fld id="{81D60167-4931-47E6-BA6A-407CBD079E47}" type="slidenum">
              <a:rPr dirty="0"/>
              <a:t>7</a:t>
            </a:fld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1325" y="459358"/>
            <a:ext cx="8559723" cy="134352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5535" y="626300"/>
            <a:ext cx="77724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" dirty="0"/>
              <a:t>Breve</a:t>
            </a:r>
            <a:r>
              <a:rPr sz="4800" spc="-35" dirty="0"/>
              <a:t> </a:t>
            </a:r>
            <a:r>
              <a:rPr sz="4800" spc="-5" dirty="0"/>
              <a:t>Histórico</a:t>
            </a:r>
            <a:r>
              <a:rPr sz="4800" spc="-35" dirty="0"/>
              <a:t> </a:t>
            </a:r>
            <a:r>
              <a:rPr sz="4800" spc="-5" dirty="0"/>
              <a:t>da</a:t>
            </a:r>
            <a:r>
              <a:rPr sz="4800" spc="-35" dirty="0"/>
              <a:t> </a:t>
            </a:r>
            <a:r>
              <a:rPr sz="4800" spc="-5" dirty="0"/>
              <a:t>Internet</a:t>
            </a:r>
            <a:endParaRPr sz="4800"/>
          </a:p>
        </p:txBody>
      </p:sp>
      <p:grpSp>
        <p:nvGrpSpPr>
          <p:cNvPr id="4" name="object 4"/>
          <p:cNvGrpSpPr/>
          <p:nvPr/>
        </p:nvGrpSpPr>
        <p:grpSpPr>
          <a:xfrm>
            <a:off x="9601200" y="57216"/>
            <a:ext cx="2777566" cy="1984198"/>
            <a:chOff x="9591116" y="606602"/>
            <a:chExt cx="2406650" cy="151511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91116" y="606602"/>
              <a:ext cx="2406243" cy="151488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86594" y="802436"/>
              <a:ext cx="1828444" cy="93708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31900" y="1622780"/>
            <a:ext cx="10159900" cy="490005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4965" marR="538480" indent="-342900" algn="just">
              <a:lnSpc>
                <a:spcPct val="100400"/>
              </a:lnSpc>
              <a:spcBef>
                <a:spcPts val="90"/>
              </a:spcBef>
            </a:pPr>
            <a:r>
              <a:rPr sz="2000" spc="-180" dirty="0">
                <a:solidFill>
                  <a:srgbClr val="5ECAEE"/>
                </a:solidFill>
                <a:latin typeface="Cambria"/>
                <a:cs typeface="Cambria"/>
              </a:rPr>
              <a:t>▶</a:t>
            </a:r>
            <a:r>
              <a:rPr sz="2000" spc="-175" dirty="0">
                <a:solidFill>
                  <a:srgbClr val="5ECAEE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3F3F3F"/>
                </a:solidFill>
                <a:latin typeface="Trebuchet MS"/>
                <a:cs typeface="Trebuchet MS"/>
              </a:rPr>
              <a:t>A </a:t>
            </a:r>
            <a:r>
              <a:rPr sz="2800" spc="-5" dirty="0">
                <a:solidFill>
                  <a:srgbClr val="FF0000"/>
                </a:solidFill>
                <a:latin typeface="Trebuchet MS"/>
                <a:cs typeface="Trebuchet MS"/>
              </a:rPr>
              <a:t>Internet</a:t>
            </a:r>
            <a:r>
              <a:rPr sz="2800" spc="-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Trebuchet MS"/>
                <a:cs typeface="Trebuchet MS"/>
              </a:rPr>
              <a:t>nasceu</a:t>
            </a:r>
            <a:r>
              <a:rPr sz="2800" spc="-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3F3F3F"/>
                </a:solidFill>
                <a:latin typeface="Trebuchet MS"/>
                <a:cs typeface="Trebuchet MS"/>
              </a:rPr>
              <a:t>a </a:t>
            </a:r>
            <a:r>
              <a:rPr sz="2800" spc="-10" dirty="0">
                <a:solidFill>
                  <a:srgbClr val="3F3F3F"/>
                </a:solidFill>
                <a:latin typeface="Trebuchet MS"/>
                <a:cs typeface="Trebuchet MS"/>
              </a:rPr>
              <a:t>partir </a:t>
            </a:r>
            <a:r>
              <a:rPr sz="2800" spc="-5" dirty="0">
                <a:solidFill>
                  <a:srgbClr val="3F3F3F"/>
                </a:solidFill>
                <a:latin typeface="Trebuchet MS"/>
                <a:cs typeface="Trebuchet MS"/>
              </a:rPr>
              <a:t>de </a:t>
            </a:r>
            <a:r>
              <a:rPr sz="2800" spc="-10" dirty="0">
                <a:solidFill>
                  <a:srgbClr val="FF0000"/>
                </a:solidFill>
                <a:latin typeface="Trebuchet MS"/>
                <a:cs typeface="Trebuchet MS"/>
              </a:rPr>
              <a:t>pesquisas </a:t>
            </a:r>
            <a:r>
              <a:rPr sz="2800" spc="-5" dirty="0">
                <a:solidFill>
                  <a:srgbClr val="FF0000"/>
                </a:solidFill>
                <a:latin typeface="Trebuchet MS"/>
                <a:cs typeface="Trebuchet MS"/>
              </a:rPr>
              <a:t>militares em 1969 </a:t>
            </a:r>
            <a:r>
              <a:rPr sz="2800" spc="-7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Trebuchet MS"/>
                <a:cs typeface="Trebuchet MS"/>
              </a:rPr>
              <a:t>nos</a:t>
            </a:r>
            <a:r>
              <a:rPr sz="2800" spc="-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Trebuchet MS"/>
                <a:cs typeface="Trebuchet MS"/>
              </a:rPr>
              <a:t>Estados Unidos,</a:t>
            </a:r>
            <a:r>
              <a:rPr sz="2800" spc="-2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Trebuchet MS"/>
                <a:cs typeface="Trebuchet MS"/>
              </a:rPr>
              <a:t>durante</a:t>
            </a:r>
            <a:r>
              <a:rPr sz="2800" spc="-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2800" spc="-5" dirty="0">
                <a:solidFill>
                  <a:srgbClr val="3F3F3F"/>
                </a:solidFill>
                <a:latin typeface="Trebuchet MS"/>
                <a:cs typeface="Trebuchet MS"/>
              </a:rPr>
              <a:t> Guerra</a:t>
            </a:r>
            <a:r>
              <a:rPr sz="28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Trebuchet MS"/>
                <a:cs typeface="Trebuchet MS"/>
              </a:rPr>
              <a:t>Fria.</a:t>
            </a:r>
            <a:endParaRPr sz="2800" dirty="0">
              <a:latin typeface="Trebuchet MS"/>
              <a:cs typeface="Trebuchet MS"/>
            </a:endParaRPr>
          </a:p>
          <a:p>
            <a:pPr marL="469265" algn="just">
              <a:lnSpc>
                <a:spcPct val="100000"/>
              </a:lnSpc>
              <a:spcBef>
                <a:spcPts val="1019"/>
              </a:spcBef>
            </a:pPr>
            <a:r>
              <a:rPr spc="-165" dirty="0">
                <a:solidFill>
                  <a:srgbClr val="5ECAEE"/>
                </a:solidFill>
                <a:latin typeface="Cambria"/>
                <a:cs typeface="Cambria"/>
              </a:rPr>
              <a:t>▶</a:t>
            </a:r>
            <a:r>
              <a:rPr spc="140" dirty="0">
                <a:solidFill>
                  <a:srgbClr val="5ECAEE"/>
                </a:solidFill>
                <a:latin typeface="Cambria"/>
                <a:cs typeface="Cambria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Era</a:t>
            </a:r>
            <a:r>
              <a:rPr sz="2400" spc="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uma</a:t>
            </a:r>
            <a:r>
              <a:rPr sz="2400" spc="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rede</a:t>
            </a:r>
            <a:r>
              <a:rPr sz="2400" spc="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do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Departamento</a:t>
            </a:r>
            <a:r>
              <a:rPr sz="2400" spc="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de</a:t>
            </a:r>
            <a:r>
              <a:rPr sz="2400" spc="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Defesa</a:t>
            </a:r>
            <a:r>
              <a:rPr sz="2400" spc="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norte-americano.</a:t>
            </a:r>
            <a:endParaRPr sz="2400" dirty="0">
              <a:latin typeface="Trebuchet MS"/>
              <a:cs typeface="Trebuchet MS"/>
            </a:endParaRPr>
          </a:p>
          <a:p>
            <a:pPr marL="756285" marR="5080" indent="-287020" algn="just">
              <a:lnSpc>
                <a:spcPct val="100000"/>
              </a:lnSpc>
              <a:spcBef>
                <a:spcPts val="1010"/>
              </a:spcBef>
            </a:pPr>
            <a:r>
              <a:rPr spc="-165" dirty="0">
                <a:solidFill>
                  <a:srgbClr val="5ECAEE"/>
                </a:solidFill>
                <a:latin typeface="Cambria"/>
                <a:cs typeface="Cambria"/>
              </a:rPr>
              <a:t>▶</a:t>
            </a:r>
            <a:r>
              <a:rPr spc="-160" dirty="0">
                <a:solidFill>
                  <a:srgbClr val="5ECAEE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A 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ARPA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(</a:t>
            </a:r>
            <a:r>
              <a:rPr sz="2400" i="1" spc="-5" dirty="0">
                <a:solidFill>
                  <a:srgbClr val="3F3F3F"/>
                </a:solidFill>
                <a:latin typeface="Trebuchet MS"/>
                <a:cs typeface="Trebuchet MS"/>
              </a:rPr>
              <a:t>Advanced </a:t>
            </a:r>
            <a:r>
              <a:rPr sz="2400" i="1" dirty="0">
                <a:solidFill>
                  <a:srgbClr val="3F3F3F"/>
                </a:solidFill>
                <a:latin typeface="Trebuchet MS"/>
                <a:cs typeface="Trebuchet MS"/>
              </a:rPr>
              <a:t>Research Projects </a:t>
            </a:r>
            <a:r>
              <a:rPr sz="2400" i="1" spc="-5" dirty="0">
                <a:solidFill>
                  <a:srgbClr val="3F3F3F"/>
                </a:solidFill>
                <a:latin typeface="Trebuchet MS"/>
                <a:cs typeface="Trebuchet MS"/>
              </a:rPr>
              <a:t>Agency 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– Agência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de 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Projetos de </a:t>
            </a:r>
            <a:r>
              <a:rPr sz="2400" spc="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Pesquisa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 Avançados),</a:t>
            </a:r>
            <a:r>
              <a:rPr sz="2400" spc="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foi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 o</a:t>
            </a:r>
            <a:r>
              <a:rPr sz="2400" spc="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órgão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responsável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pela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criação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da 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ARPANET.</a:t>
            </a:r>
            <a:endParaRPr sz="2400" dirty="0">
              <a:solidFill>
                <a:srgbClr val="FF0000"/>
              </a:solidFill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  <a:tabLst>
                <a:tab pos="354965" algn="l"/>
              </a:tabLst>
            </a:pPr>
            <a:r>
              <a:rPr sz="2000" spc="-180" dirty="0">
                <a:solidFill>
                  <a:srgbClr val="5ECAEE"/>
                </a:solidFill>
                <a:latin typeface="Cambria"/>
                <a:cs typeface="Cambria"/>
              </a:rPr>
              <a:t>▶	</a:t>
            </a:r>
            <a:r>
              <a:rPr sz="2800" spc="-5" dirty="0">
                <a:solidFill>
                  <a:srgbClr val="3F3F3F"/>
                </a:solidFill>
                <a:latin typeface="Trebuchet MS"/>
                <a:cs typeface="Trebuchet MS"/>
              </a:rPr>
              <a:t>Interligou</a:t>
            </a:r>
            <a:r>
              <a:rPr sz="2800" spc="-2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Trebuchet MS"/>
                <a:cs typeface="Trebuchet MS"/>
              </a:rPr>
              <a:t>laboratórios</a:t>
            </a:r>
            <a:r>
              <a:rPr sz="2800" spc="-2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Trebuchet MS"/>
                <a:cs typeface="Trebuchet MS"/>
              </a:rPr>
              <a:t>de</a:t>
            </a:r>
            <a:r>
              <a:rPr sz="2800" spc="-2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Trebuchet MS"/>
                <a:cs typeface="Trebuchet MS"/>
              </a:rPr>
              <a:t>pesquisa.</a:t>
            </a:r>
            <a:endParaRPr sz="2800" dirty="0">
              <a:latin typeface="Trebuchet MS"/>
              <a:cs typeface="Trebuchet MS"/>
            </a:endParaRPr>
          </a:p>
          <a:p>
            <a:pPr marL="756285" marR="287655" indent="-287020">
              <a:lnSpc>
                <a:spcPct val="100000"/>
              </a:lnSpc>
              <a:spcBef>
                <a:spcPts val="1030"/>
              </a:spcBef>
            </a:pPr>
            <a:r>
              <a:rPr spc="-165" dirty="0">
                <a:solidFill>
                  <a:srgbClr val="5ECAEE"/>
                </a:solidFill>
                <a:latin typeface="Cambria"/>
                <a:cs typeface="Cambria"/>
              </a:rPr>
              <a:t>▶</a:t>
            </a:r>
            <a:r>
              <a:rPr spc="-50" dirty="0">
                <a:solidFill>
                  <a:srgbClr val="5ECAEE"/>
                </a:solidFill>
                <a:latin typeface="Cambria"/>
                <a:cs typeface="Cambria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Inicialmente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interligou</a:t>
            </a:r>
            <a:r>
              <a:rPr sz="2400" spc="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a Universidade</a:t>
            </a:r>
            <a:r>
              <a:rPr sz="2400" spc="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da</a:t>
            </a:r>
            <a:r>
              <a:rPr sz="2400" spc="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Califórnia</a:t>
            </a:r>
            <a:r>
              <a:rPr sz="2400" spc="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em</a:t>
            </a:r>
            <a:r>
              <a:rPr sz="2400" spc="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Los</a:t>
            </a:r>
            <a:r>
              <a:rPr sz="2400" spc="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Angeles </a:t>
            </a:r>
            <a:r>
              <a:rPr sz="2400" spc="-59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(UCLA)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2400" spc="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Stanford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Research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Institute (650</a:t>
            </a:r>
            <a:r>
              <a:rPr sz="2400" spc="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km).</a:t>
            </a:r>
            <a:endParaRPr sz="2400" dirty="0">
              <a:latin typeface="Trebuchet MS"/>
              <a:cs typeface="Trebuchet MS"/>
            </a:endParaRPr>
          </a:p>
          <a:p>
            <a:pPr marL="756285" marR="6350" indent="-287020">
              <a:lnSpc>
                <a:spcPct val="100499"/>
              </a:lnSpc>
              <a:spcBef>
                <a:spcPts val="985"/>
              </a:spcBef>
              <a:tabLst>
                <a:tab pos="2351405" algn="l"/>
                <a:tab pos="3660140" algn="l"/>
                <a:tab pos="5413375" algn="l"/>
                <a:tab pos="8446135" algn="l"/>
              </a:tabLst>
            </a:pPr>
            <a:r>
              <a:rPr spc="-165" dirty="0">
                <a:solidFill>
                  <a:srgbClr val="5ECAEE"/>
                </a:solidFill>
                <a:latin typeface="Cambria"/>
                <a:cs typeface="Cambria"/>
              </a:rPr>
              <a:t>▶ </a:t>
            </a:r>
            <a:r>
              <a:rPr spc="145" dirty="0">
                <a:solidFill>
                  <a:srgbClr val="5ECAEE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P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ra</a:t>
            </a:r>
            <a:r>
              <a:rPr sz="2400" spc="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q</a:t>
            </a:r>
            <a:r>
              <a:rPr sz="2400" spc="5" dirty="0">
                <a:solidFill>
                  <a:srgbClr val="3F3F3F"/>
                </a:solidFill>
                <a:latin typeface="Trebuchet MS"/>
                <a:cs typeface="Trebuchet MS"/>
              </a:rPr>
              <a:t>u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os	</a:t>
            </a:r>
            <a:r>
              <a:rPr sz="2400" spc="-5" dirty="0" err="1">
                <a:solidFill>
                  <a:srgbClr val="3F3F3F"/>
                </a:solidFill>
                <a:latin typeface="Trebuchet MS"/>
                <a:cs typeface="Trebuchet MS"/>
              </a:rPr>
              <a:t>d</a:t>
            </a:r>
            <a:r>
              <a:rPr sz="2400" spc="5" dirty="0" err="1">
                <a:solidFill>
                  <a:srgbClr val="3F3F3F"/>
                </a:solidFill>
                <a:latin typeface="Trebuchet MS"/>
                <a:cs typeface="Trebuchet MS"/>
              </a:rPr>
              <a:t>i</a:t>
            </a:r>
            <a:r>
              <a:rPr sz="2400" spc="-5" dirty="0" err="1">
                <a:solidFill>
                  <a:srgbClr val="3F3F3F"/>
                </a:solidFill>
                <a:latin typeface="Trebuchet MS"/>
                <a:cs typeface="Trebuchet MS"/>
              </a:rPr>
              <a:t>f</a:t>
            </a:r>
            <a:r>
              <a:rPr sz="2400" spc="5" dirty="0" err="1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2400" dirty="0" err="1">
                <a:solidFill>
                  <a:srgbClr val="3F3F3F"/>
                </a:solidFill>
                <a:latin typeface="Trebuchet MS"/>
                <a:cs typeface="Trebuchet MS"/>
              </a:rPr>
              <a:t>r</a:t>
            </a:r>
            <a:r>
              <a:rPr sz="2400" spc="-5" dirty="0" err="1">
                <a:solidFill>
                  <a:srgbClr val="3F3F3F"/>
                </a:solidFill>
                <a:latin typeface="Trebuchet MS"/>
                <a:cs typeface="Trebuchet MS"/>
              </a:rPr>
              <a:t>ente</a:t>
            </a:r>
            <a:r>
              <a:rPr sz="2400" dirty="0" err="1">
                <a:solidFill>
                  <a:srgbClr val="3F3F3F"/>
                </a:solidFill>
                <a:latin typeface="Trebuchet MS"/>
                <a:cs typeface="Trebuchet MS"/>
              </a:rPr>
              <a:t>s</a:t>
            </a:r>
            <a:r>
              <a:rPr lang="pt-BR" sz="240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 err="1">
                <a:solidFill>
                  <a:srgbClr val="3F3F3F"/>
                </a:solidFill>
                <a:latin typeface="Trebuchet MS"/>
                <a:cs typeface="Trebuchet MS"/>
              </a:rPr>
              <a:t>c</a:t>
            </a:r>
            <a:r>
              <a:rPr sz="2400" spc="5" dirty="0" err="1">
                <a:solidFill>
                  <a:srgbClr val="3F3F3F"/>
                </a:solidFill>
                <a:latin typeface="Trebuchet MS"/>
                <a:cs typeface="Trebuchet MS"/>
              </a:rPr>
              <a:t>om</a:t>
            </a:r>
            <a:r>
              <a:rPr sz="2400" dirty="0" err="1">
                <a:solidFill>
                  <a:srgbClr val="3F3F3F"/>
                </a:solidFill>
                <a:latin typeface="Trebuchet MS"/>
                <a:cs typeface="Trebuchet MS"/>
              </a:rPr>
              <a:t>p</a:t>
            </a:r>
            <a:r>
              <a:rPr sz="2400" spc="-5" dirty="0" err="1">
                <a:solidFill>
                  <a:srgbClr val="3F3F3F"/>
                </a:solidFill>
                <a:latin typeface="Trebuchet MS"/>
                <a:cs typeface="Trebuchet MS"/>
              </a:rPr>
              <a:t>ut</a:t>
            </a:r>
            <a:r>
              <a:rPr sz="2400" spc="5" dirty="0" err="1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2400" spc="-5" dirty="0" err="1">
                <a:solidFill>
                  <a:srgbClr val="3F3F3F"/>
                </a:solidFill>
                <a:latin typeface="Trebuchet MS"/>
                <a:cs typeface="Trebuchet MS"/>
              </a:rPr>
              <a:t>d</a:t>
            </a:r>
            <a:r>
              <a:rPr sz="2400" dirty="0" err="1">
                <a:solidFill>
                  <a:srgbClr val="3F3F3F"/>
                </a:solidFill>
                <a:latin typeface="Trebuchet MS"/>
                <a:cs typeface="Trebuchet MS"/>
              </a:rPr>
              <a:t>o</a:t>
            </a:r>
            <a:r>
              <a:rPr sz="2400" spc="10" dirty="0" err="1">
                <a:solidFill>
                  <a:srgbClr val="3F3F3F"/>
                </a:solidFill>
                <a:latin typeface="Trebuchet MS"/>
                <a:cs typeface="Trebuchet MS"/>
              </a:rPr>
              <a:t>r</a:t>
            </a:r>
            <a:r>
              <a:rPr sz="2400" spc="-5" dirty="0" err="1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2400" dirty="0" err="1">
                <a:solidFill>
                  <a:srgbClr val="3F3F3F"/>
                </a:solidFill>
                <a:latin typeface="Trebuchet MS"/>
                <a:cs typeface="Trebuchet MS"/>
              </a:rPr>
              <a:t>s</a:t>
            </a:r>
            <a:r>
              <a:rPr lang="pt-BR" sz="240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dirty="0" err="1">
                <a:solidFill>
                  <a:srgbClr val="3F3F3F"/>
                </a:solidFill>
                <a:latin typeface="Trebuchet MS"/>
                <a:cs typeface="Trebuchet MS"/>
              </a:rPr>
              <a:t>p</a:t>
            </a:r>
            <a:r>
              <a:rPr sz="2400" spc="-5" dirty="0" err="1">
                <a:solidFill>
                  <a:srgbClr val="3F3F3F"/>
                </a:solidFill>
                <a:latin typeface="Trebuchet MS"/>
                <a:cs typeface="Trebuchet MS"/>
              </a:rPr>
              <a:t>ud</a:t>
            </a:r>
            <a:r>
              <a:rPr sz="2400" spc="5" dirty="0" err="1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2400" spc="-5" dirty="0" err="1">
                <a:solidFill>
                  <a:srgbClr val="3F3F3F"/>
                </a:solidFill>
                <a:latin typeface="Trebuchet MS"/>
                <a:cs typeface="Trebuchet MS"/>
              </a:rPr>
              <a:t>s</a:t>
            </a:r>
            <a:r>
              <a:rPr sz="2400" spc="5" dirty="0" err="1">
                <a:solidFill>
                  <a:srgbClr val="3F3F3F"/>
                </a:solidFill>
                <a:latin typeface="Trebuchet MS"/>
                <a:cs typeface="Trebuchet MS"/>
              </a:rPr>
              <a:t>s</a:t>
            </a:r>
            <a:r>
              <a:rPr sz="2400" spc="-5" dirty="0" err="1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2400" dirty="0" err="1">
                <a:solidFill>
                  <a:srgbClr val="3F3F3F"/>
                </a:solidFill>
                <a:latin typeface="Trebuchet MS"/>
                <a:cs typeface="Trebuchet MS"/>
              </a:rPr>
              <a:t>m</a:t>
            </a:r>
            <a:r>
              <a:rPr sz="2400" spc="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s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e </a:t>
            </a:r>
            <a:r>
              <a:rPr sz="2400" spc="-5" dirty="0" err="1">
                <a:solidFill>
                  <a:srgbClr val="3F3F3F"/>
                </a:solidFill>
                <a:latin typeface="Trebuchet MS"/>
                <a:cs typeface="Trebuchet MS"/>
              </a:rPr>
              <a:t>c</a:t>
            </a:r>
            <a:r>
              <a:rPr sz="2400" spc="5" dirty="0" err="1">
                <a:solidFill>
                  <a:srgbClr val="3F3F3F"/>
                </a:solidFill>
                <a:latin typeface="Trebuchet MS"/>
                <a:cs typeface="Trebuchet MS"/>
              </a:rPr>
              <a:t>om</a:t>
            </a:r>
            <a:r>
              <a:rPr sz="2400" spc="-5" dirty="0" err="1">
                <a:solidFill>
                  <a:srgbClr val="3F3F3F"/>
                </a:solidFill>
                <a:latin typeface="Trebuchet MS"/>
                <a:cs typeface="Trebuchet MS"/>
              </a:rPr>
              <a:t>un</a:t>
            </a:r>
            <a:r>
              <a:rPr sz="2400" spc="5" dirty="0" err="1">
                <a:solidFill>
                  <a:srgbClr val="3F3F3F"/>
                </a:solidFill>
                <a:latin typeface="Trebuchet MS"/>
                <a:cs typeface="Trebuchet MS"/>
              </a:rPr>
              <a:t>ic</a:t>
            </a:r>
            <a:r>
              <a:rPr sz="2400" spc="-5" dirty="0" err="1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2400" dirty="0" err="1">
                <a:solidFill>
                  <a:srgbClr val="3F3F3F"/>
                </a:solidFill>
                <a:latin typeface="Trebuchet MS"/>
                <a:cs typeface="Trebuchet MS"/>
              </a:rPr>
              <a:t>r</a:t>
            </a:r>
            <a:r>
              <a:rPr lang="pt-BR" sz="2400" dirty="0">
                <a:solidFill>
                  <a:srgbClr val="3F3F3F"/>
                </a:solidFill>
                <a:latin typeface="Trebuchet MS"/>
                <a:cs typeface="Trebuchet MS"/>
              </a:rPr>
              <a:t>	</a:t>
            </a:r>
            <a:r>
              <a:rPr sz="2400" spc="-5" dirty="0" err="1">
                <a:solidFill>
                  <a:srgbClr val="3F3F3F"/>
                </a:solidFill>
                <a:latin typeface="Trebuchet MS"/>
                <a:cs typeface="Trebuchet MS"/>
              </a:rPr>
              <a:t>f</a:t>
            </a:r>
            <a:r>
              <a:rPr sz="2400" dirty="0" err="1">
                <a:solidFill>
                  <a:srgbClr val="3F3F3F"/>
                </a:solidFill>
                <a:latin typeface="Trebuchet MS"/>
                <a:cs typeface="Trebuchet MS"/>
              </a:rPr>
              <a:t>oi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 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desenvolvido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 o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protocolo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NCP</a:t>
            </a:r>
            <a:r>
              <a:rPr sz="2400" spc="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(Network</a:t>
            </a:r>
            <a:r>
              <a:rPr sz="2400" spc="-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Control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 Program).</a:t>
            </a:r>
            <a:endParaRPr sz="24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2765" y="507606"/>
            <a:ext cx="6413398" cy="101339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5535" y="629907"/>
            <a:ext cx="5859145" cy="575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600" dirty="0"/>
              <a:t>Breve</a:t>
            </a:r>
            <a:r>
              <a:rPr sz="3600" spc="-10" dirty="0"/>
              <a:t> </a:t>
            </a:r>
            <a:r>
              <a:rPr sz="3600" dirty="0"/>
              <a:t>Histórico</a:t>
            </a:r>
            <a:r>
              <a:rPr sz="3600" spc="-20" dirty="0"/>
              <a:t> </a:t>
            </a:r>
            <a:r>
              <a:rPr sz="3600" spc="5" dirty="0"/>
              <a:t>da</a:t>
            </a:r>
            <a:r>
              <a:rPr sz="3600" spc="-10" dirty="0"/>
              <a:t> </a:t>
            </a:r>
            <a:r>
              <a:rPr sz="3600" dirty="0"/>
              <a:t>Internet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755535" y="1622780"/>
            <a:ext cx="8441055" cy="7588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6235" marR="5080" indent="-344170">
              <a:lnSpc>
                <a:spcPct val="100400"/>
              </a:lnSpc>
              <a:spcBef>
                <a:spcPts val="90"/>
              </a:spcBef>
              <a:tabLst>
                <a:tab pos="356235" algn="l"/>
                <a:tab pos="3841750" algn="l"/>
                <a:tab pos="8007984" algn="l"/>
              </a:tabLst>
            </a:pPr>
            <a:r>
              <a:rPr sz="1900" spc="-180" dirty="0">
                <a:solidFill>
                  <a:srgbClr val="5ECAEE"/>
                </a:solidFill>
                <a:latin typeface="Cambria"/>
                <a:cs typeface="Cambria"/>
              </a:rPr>
              <a:t>▶	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m 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1</a:t>
            </a:r>
            <a:r>
              <a:rPr sz="2400" spc="5" dirty="0">
                <a:solidFill>
                  <a:srgbClr val="3F3F3F"/>
                </a:solidFill>
                <a:latin typeface="Trebuchet MS"/>
                <a:cs typeface="Trebuchet MS"/>
              </a:rPr>
              <a:t>9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7</a:t>
            </a:r>
            <a:r>
              <a:rPr sz="2400" spc="5" dirty="0">
                <a:solidFill>
                  <a:srgbClr val="3F3F3F"/>
                </a:solidFill>
                <a:latin typeface="Trebuchet MS"/>
                <a:cs typeface="Trebuchet MS"/>
              </a:rPr>
              <a:t>2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,</a:t>
            </a:r>
            <a:r>
              <a:rPr sz="2400" spc="-2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R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P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N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ET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f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o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i	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p</a:t>
            </a:r>
            <a:r>
              <a:rPr sz="2400" spc="5" dirty="0">
                <a:solidFill>
                  <a:srgbClr val="3F3F3F"/>
                </a:solidFill>
                <a:latin typeface="Trebuchet MS"/>
                <a:cs typeface="Trebuchet MS"/>
              </a:rPr>
              <a:t>r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2400" spc="5" dirty="0">
                <a:solidFill>
                  <a:srgbClr val="3F3F3F"/>
                </a:solidFill>
                <a:latin typeface="Trebuchet MS"/>
                <a:cs typeface="Trebuchet MS"/>
              </a:rPr>
              <a:t>s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nta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d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 a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o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p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ú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b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l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i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c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o</a:t>
            </a:r>
            <a:r>
              <a:rPr sz="2400" spc="-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ge</a:t>
            </a:r>
            <a:r>
              <a:rPr sz="2400" spc="5" dirty="0">
                <a:solidFill>
                  <a:srgbClr val="3F3F3F"/>
                </a:solidFill>
                <a:latin typeface="Trebuchet MS"/>
                <a:cs typeface="Trebuchet MS"/>
              </a:rPr>
              <a:t>r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l	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em  um</a:t>
            </a:r>
            <a:r>
              <a:rPr sz="2400" spc="-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Congresso.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Também foi</a:t>
            </a:r>
            <a:r>
              <a:rPr sz="2400" spc="-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o</a:t>
            </a:r>
            <a:r>
              <a:rPr sz="2400" spc="-2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ano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que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o</a:t>
            </a:r>
            <a:r>
              <a:rPr sz="2400" spc="-2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e-mail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foi</a:t>
            </a:r>
            <a:r>
              <a:rPr sz="2400" spc="-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criado.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5535" y="2482824"/>
            <a:ext cx="41852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6235" algn="l"/>
                <a:tab pos="1062990" algn="l"/>
                <a:tab pos="1464310" algn="l"/>
                <a:tab pos="2444750" algn="l"/>
                <a:tab pos="3021330" algn="l"/>
                <a:tab pos="4011295" algn="l"/>
              </a:tabLst>
            </a:pPr>
            <a:r>
              <a:rPr sz="1900" spc="-180" dirty="0">
                <a:solidFill>
                  <a:srgbClr val="5ECAEE"/>
                </a:solidFill>
                <a:latin typeface="Cambria"/>
                <a:cs typeface="Cambria"/>
              </a:rPr>
              <a:t>▶	</a:t>
            </a:r>
            <a:r>
              <a:rPr sz="2400" spc="-180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2400" spc="-15" dirty="0">
                <a:solidFill>
                  <a:srgbClr val="3F3F3F"/>
                </a:solidFill>
                <a:latin typeface="Trebuchet MS"/>
                <a:cs typeface="Trebuchet MS"/>
              </a:rPr>
              <a:t>t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é	o	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i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n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í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c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i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o	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d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e	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1980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,	a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9705" y="2482824"/>
            <a:ext cx="522541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053840">
              <a:lnSpc>
                <a:spcPct val="100000"/>
              </a:lnSpc>
              <a:spcBef>
                <a:spcPts val="100"/>
              </a:spcBef>
              <a:tabLst>
                <a:tab pos="1835785" algn="l"/>
                <a:tab pos="4048760" algn="l"/>
              </a:tabLst>
            </a:pP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Internet </a:t>
            </a:r>
            <a:r>
              <a:rPr sz="2400" spc="-7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q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uant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id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d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	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re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l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at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i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v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amen</a:t>
            </a:r>
            <a:r>
              <a:rPr sz="2400" spc="-15" dirty="0">
                <a:solidFill>
                  <a:srgbClr val="3F3F3F"/>
                </a:solidFill>
                <a:latin typeface="Trebuchet MS"/>
                <a:cs typeface="Trebuchet MS"/>
              </a:rPr>
              <a:t>t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e	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p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q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uena</a:t>
            </a:r>
            <a:endParaRPr sz="2400" dirty="0">
              <a:solidFill>
                <a:srgbClr val="FF0000"/>
              </a:solidFill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05105" y="2482824"/>
            <a:ext cx="269113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 marR="5080" indent="-83820">
              <a:lnSpc>
                <a:spcPct val="100000"/>
              </a:lnSpc>
              <a:spcBef>
                <a:spcPts val="100"/>
              </a:spcBef>
              <a:tabLst>
                <a:tab pos="695325" algn="l"/>
                <a:tab pos="719455" algn="l"/>
                <a:tab pos="1864995" algn="l"/>
                <a:tab pos="2098675" algn="l"/>
              </a:tabLst>
            </a:pP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2400" spc="5" dirty="0">
                <a:solidFill>
                  <a:srgbClr val="3F3F3F"/>
                </a:solidFill>
                <a:latin typeface="Trebuchet MS"/>
                <a:cs typeface="Trebuchet MS"/>
              </a:rPr>
              <a:t>r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a	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s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o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m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nt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e		</a:t>
            </a:r>
            <a:r>
              <a:rPr sz="2400" spc="-15" dirty="0">
                <a:solidFill>
                  <a:srgbClr val="FF0000"/>
                </a:solidFill>
                <a:latin typeface="Trebuchet MS"/>
                <a:cs typeface="Trebuchet MS"/>
              </a:rPr>
              <a:t>u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ma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  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d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e		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red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s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.	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Se</a:t>
            </a:r>
            <a:r>
              <a:rPr sz="2400" spc="-15" dirty="0">
                <a:solidFill>
                  <a:srgbClr val="3F3F3F"/>
                </a:solidFill>
                <a:latin typeface="Trebuchet MS"/>
                <a:cs typeface="Trebuchet MS"/>
              </a:rPr>
              <a:t>n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do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5535" y="3086325"/>
            <a:ext cx="8339455" cy="210947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356235">
              <a:lnSpc>
                <a:spcPct val="100000"/>
              </a:lnSpc>
              <a:spcBef>
                <a:spcPts val="1105"/>
              </a:spcBef>
            </a:pP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relacionadas</a:t>
            </a:r>
            <a:r>
              <a:rPr sz="2400" spc="-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às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operações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militares ou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 acadêmicas.</a:t>
            </a:r>
            <a:endParaRPr sz="2400" dirty="0">
              <a:latin typeface="Trebuchet MS"/>
              <a:cs typeface="Trebuchet MS"/>
            </a:endParaRPr>
          </a:p>
          <a:p>
            <a:pPr marL="356235" marR="5080" indent="-344170">
              <a:lnSpc>
                <a:spcPct val="100000"/>
              </a:lnSpc>
              <a:spcBef>
                <a:spcPts val="1010"/>
              </a:spcBef>
              <a:tabLst>
                <a:tab pos="356235" algn="l"/>
                <a:tab pos="3529329" algn="l"/>
              </a:tabLst>
            </a:pPr>
            <a:r>
              <a:rPr sz="1900" spc="-180" dirty="0">
                <a:solidFill>
                  <a:srgbClr val="5ECAEE"/>
                </a:solidFill>
                <a:latin typeface="Cambria"/>
                <a:cs typeface="Cambria"/>
              </a:rPr>
              <a:t>▶	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O</a:t>
            </a:r>
            <a:r>
              <a:rPr sz="2400" spc="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termo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"</a:t>
            </a:r>
            <a:r>
              <a:rPr sz="2400" i="1" spc="-10" dirty="0">
                <a:solidFill>
                  <a:srgbClr val="3F3F3F"/>
                </a:solidFill>
                <a:latin typeface="Trebuchet MS"/>
                <a:cs typeface="Trebuchet MS"/>
              </a:rPr>
              <a:t>internet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"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foi	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adotado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no primeiro RFC* (</a:t>
            </a:r>
            <a:r>
              <a:rPr sz="2400" i="1" spc="-5" dirty="0">
                <a:solidFill>
                  <a:srgbClr val="3F3F3F"/>
                </a:solidFill>
                <a:latin typeface="Trebuchet MS"/>
                <a:cs typeface="Trebuchet MS"/>
              </a:rPr>
              <a:t>Request </a:t>
            </a:r>
            <a:r>
              <a:rPr sz="2400" i="1" spc="-70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i="1" spc="-5" dirty="0">
                <a:solidFill>
                  <a:srgbClr val="3F3F3F"/>
                </a:solidFill>
                <a:latin typeface="Trebuchet MS"/>
                <a:cs typeface="Trebuchet MS"/>
              </a:rPr>
              <a:t>for Comments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) publicado do protocolo TCP em dezembro 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de 1974, 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foi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uma abreviação do termo “</a:t>
            </a:r>
            <a:r>
              <a:rPr sz="2400" i="1" spc="-5" dirty="0">
                <a:solidFill>
                  <a:srgbClr val="3F3F3F"/>
                </a:solidFill>
                <a:latin typeface="Trebuchet MS"/>
                <a:cs typeface="Trebuchet MS"/>
              </a:rPr>
              <a:t>internetworking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”. </a:t>
            </a:r>
            <a:r>
              <a:rPr sz="2400" spc="-7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Em geral,</a:t>
            </a:r>
            <a:r>
              <a:rPr sz="2400" spc="-2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uma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internet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era 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qualquer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rede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usando TCP/IP.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4616" y="5407501"/>
            <a:ext cx="8211820" cy="14106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212121"/>
                </a:solidFill>
                <a:latin typeface="Arial MT"/>
                <a:cs typeface="Arial MT"/>
              </a:rPr>
              <a:t>*</a:t>
            </a:r>
            <a:r>
              <a:rPr lang="pt-BR" dirty="0">
                <a:solidFill>
                  <a:srgbClr val="212121"/>
                </a:solidFill>
                <a:latin typeface="Arial MT"/>
                <a:cs typeface="Arial MT"/>
              </a:rPr>
              <a:t> RFCs </a:t>
            </a:r>
            <a:r>
              <a:rPr lang="pt-BR" b="0" i="0" dirty="0">
                <a:solidFill>
                  <a:srgbClr val="001D35"/>
                </a:solidFill>
                <a:effectLst/>
                <a:latin typeface="Google Sans"/>
              </a:rPr>
              <a:t>é um documento formal que define os padrões e especificações técnicas da internet</a:t>
            </a:r>
            <a:r>
              <a:rPr lang="pt-BR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</a:p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lang="pt-BR" dirty="0">
                <a:solidFill>
                  <a:srgbClr val="212121"/>
                </a:solidFill>
                <a:latin typeface="Arial MT"/>
                <a:cs typeface="Arial MT"/>
              </a:rPr>
              <a:t>*</a:t>
            </a:r>
            <a:r>
              <a:rPr spc="5" dirty="0" err="1">
                <a:solidFill>
                  <a:srgbClr val="212121"/>
                </a:solidFill>
                <a:latin typeface="Arial MT"/>
                <a:cs typeface="Arial MT"/>
              </a:rPr>
              <a:t>Os</a:t>
            </a:r>
            <a:r>
              <a:rPr spc="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pc="-5" dirty="0">
                <a:solidFill>
                  <a:srgbClr val="212121"/>
                </a:solidFill>
                <a:latin typeface="Arial MT"/>
                <a:cs typeface="Arial MT"/>
              </a:rPr>
              <a:t>RFCs </a:t>
            </a:r>
            <a:r>
              <a:rPr dirty="0">
                <a:solidFill>
                  <a:srgbClr val="212121"/>
                </a:solidFill>
                <a:latin typeface="Arial MT"/>
                <a:cs typeface="Arial MT"/>
              </a:rPr>
              <a:t>são </a:t>
            </a:r>
            <a:r>
              <a:rPr spc="-5" dirty="0">
                <a:solidFill>
                  <a:srgbClr val="212121"/>
                </a:solidFill>
                <a:latin typeface="Arial MT"/>
                <a:cs typeface="Arial MT"/>
              </a:rPr>
              <a:t>mantidos pelo IETF </a:t>
            </a:r>
            <a:r>
              <a:rPr dirty="0">
                <a:solidFill>
                  <a:srgbClr val="212121"/>
                </a:solidFill>
                <a:latin typeface="Arial MT"/>
                <a:cs typeface="Arial MT"/>
              </a:rPr>
              <a:t>(</a:t>
            </a:r>
            <a:r>
              <a:rPr i="1" dirty="0">
                <a:solidFill>
                  <a:srgbClr val="212121"/>
                </a:solidFill>
                <a:latin typeface="Arial"/>
                <a:cs typeface="Arial"/>
              </a:rPr>
              <a:t>Internet</a:t>
            </a:r>
            <a:r>
              <a:rPr i="1" spc="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i="1" spc="-5" dirty="0">
                <a:solidFill>
                  <a:srgbClr val="212121"/>
                </a:solidFill>
                <a:latin typeface="Arial"/>
                <a:cs typeface="Arial"/>
              </a:rPr>
              <a:t>Engineering Task Force</a:t>
            </a:r>
            <a:r>
              <a:rPr spc="-5" dirty="0">
                <a:solidFill>
                  <a:srgbClr val="212121"/>
                </a:solidFill>
                <a:latin typeface="Arial MT"/>
                <a:cs typeface="Arial MT"/>
              </a:rPr>
              <a:t>), </a:t>
            </a:r>
            <a:r>
              <a:rPr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pc="-5" dirty="0">
                <a:solidFill>
                  <a:srgbClr val="212121"/>
                </a:solidFill>
                <a:latin typeface="Arial MT"/>
                <a:cs typeface="Arial MT"/>
              </a:rPr>
              <a:t>instituição</a:t>
            </a:r>
            <a:r>
              <a:rPr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pc="-5" dirty="0">
                <a:solidFill>
                  <a:srgbClr val="212121"/>
                </a:solidFill>
                <a:latin typeface="Arial MT"/>
                <a:cs typeface="Arial MT"/>
              </a:rPr>
              <a:t>que</a:t>
            </a:r>
            <a:r>
              <a:rPr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pc="-5" dirty="0">
                <a:solidFill>
                  <a:srgbClr val="212121"/>
                </a:solidFill>
                <a:latin typeface="Arial MT"/>
                <a:cs typeface="Arial MT"/>
              </a:rPr>
              <a:t>especifica</a:t>
            </a:r>
            <a:r>
              <a:rPr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pc="-5" dirty="0">
                <a:solidFill>
                  <a:srgbClr val="212121"/>
                </a:solidFill>
                <a:latin typeface="Arial MT"/>
                <a:cs typeface="Arial MT"/>
              </a:rPr>
              <a:t>os</a:t>
            </a:r>
            <a:r>
              <a:rPr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</a:rPr>
              <a:t>padrões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</a:rPr>
              <a:t>que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</a:rPr>
              <a:t>serão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</a:rPr>
              <a:t>implementados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</a:rPr>
              <a:t> e 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</a:rPr>
              <a:t>utilizados</a:t>
            </a:r>
            <a:r>
              <a:rPr spc="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</a:rPr>
              <a:t>em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</a:rPr>
              <a:t>toda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spc="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</a:rPr>
              <a:t>internet</a:t>
            </a:r>
            <a:r>
              <a:rPr spc="-5" dirty="0">
                <a:solidFill>
                  <a:srgbClr val="212121"/>
                </a:solidFill>
                <a:latin typeface="Arial MT"/>
                <a:cs typeface="Arial MT"/>
              </a:rPr>
              <a:t>.</a:t>
            </a:r>
            <a:endParaRPr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2765" y="507606"/>
            <a:ext cx="6413398" cy="101339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5535" y="629907"/>
            <a:ext cx="5859145" cy="575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600" dirty="0"/>
              <a:t>Breve</a:t>
            </a:r>
            <a:r>
              <a:rPr sz="3600" spc="-10" dirty="0"/>
              <a:t> </a:t>
            </a:r>
            <a:r>
              <a:rPr sz="3600" dirty="0"/>
              <a:t>Histórico</a:t>
            </a:r>
            <a:r>
              <a:rPr sz="3600" spc="-20" dirty="0"/>
              <a:t> </a:t>
            </a:r>
            <a:r>
              <a:rPr sz="3600" spc="5" dirty="0"/>
              <a:t>da</a:t>
            </a:r>
            <a:r>
              <a:rPr sz="3600" spc="-10" dirty="0"/>
              <a:t> </a:t>
            </a:r>
            <a:r>
              <a:rPr sz="3600" dirty="0"/>
              <a:t>Internet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254062" y="1406055"/>
            <a:ext cx="9728137" cy="478490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54965" marR="363220" indent="-342900">
              <a:lnSpc>
                <a:spcPct val="89700"/>
              </a:lnSpc>
              <a:spcBef>
                <a:spcPts val="420"/>
              </a:spcBef>
              <a:tabLst>
                <a:tab pos="2628265" algn="l"/>
                <a:tab pos="3618865" algn="l"/>
                <a:tab pos="4507230" algn="l"/>
              </a:tabLst>
            </a:pPr>
            <a:r>
              <a:rPr sz="2050" spc="-180" dirty="0">
                <a:solidFill>
                  <a:srgbClr val="5ECAEE"/>
                </a:solidFill>
                <a:latin typeface="Cambria"/>
                <a:cs typeface="Cambria"/>
              </a:rPr>
              <a:t>▶</a:t>
            </a:r>
            <a:r>
              <a:rPr sz="2050" spc="409" dirty="0">
                <a:solidFill>
                  <a:srgbClr val="5ECAEE"/>
                </a:solidFill>
                <a:latin typeface="Cambria"/>
                <a:cs typeface="Cambria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Trebuchet MS"/>
                <a:cs typeface="Trebuchet MS"/>
              </a:rPr>
              <a:t>Entre</a:t>
            </a:r>
            <a:r>
              <a:rPr sz="26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600" dirty="0">
                <a:solidFill>
                  <a:srgbClr val="3F3F3F"/>
                </a:solidFill>
                <a:latin typeface="Trebuchet MS"/>
                <a:cs typeface="Trebuchet MS"/>
              </a:rPr>
              <a:t>1980</a:t>
            </a:r>
            <a:r>
              <a:rPr sz="2600" spc="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600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2600" spc="-5" dirty="0">
                <a:solidFill>
                  <a:srgbClr val="3F3F3F"/>
                </a:solidFill>
                <a:latin typeface="Trebuchet MS"/>
                <a:cs typeface="Trebuchet MS"/>
              </a:rPr>
              <a:t> 1990,</a:t>
            </a:r>
            <a:r>
              <a:rPr lang="pt-BR" sz="2600" spc="-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600" spc="-5" dirty="0" err="1">
                <a:solidFill>
                  <a:srgbClr val="3F3F3F"/>
                </a:solidFill>
                <a:latin typeface="Trebuchet MS"/>
                <a:cs typeface="Trebuchet MS"/>
              </a:rPr>
              <a:t>cresceu</a:t>
            </a:r>
            <a:r>
              <a:rPr sz="2600" spc="-5" dirty="0">
                <a:solidFill>
                  <a:srgbClr val="3F3F3F"/>
                </a:solidFill>
                <a:latin typeface="Trebuchet MS"/>
                <a:cs typeface="Trebuchet MS"/>
              </a:rPr>
              <a:t> muito </a:t>
            </a:r>
            <a:r>
              <a:rPr sz="2600" dirty="0">
                <a:solidFill>
                  <a:srgbClr val="3F3F3F"/>
                </a:solidFill>
                <a:latin typeface="Trebuchet MS"/>
                <a:cs typeface="Trebuchet MS"/>
              </a:rPr>
              <a:t>o </a:t>
            </a:r>
            <a:r>
              <a:rPr sz="2600" spc="-5" dirty="0">
                <a:solidFill>
                  <a:srgbClr val="3F3F3F"/>
                </a:solidFill>
                <a:latin typeface="Trebuchet MS"/>
                <a:cs typeface="Trebuchet MS"/>
              </a:rPr>
              <a:t>número de </a:t>
            </a:r>
            <a:r>
              <a:rPr sz="2600" spc="-10" dirty="0">
                <a:solidFill>
                  <a:srgbClr val="3F3F3F"/>
                </a:solidFill>
                <a:latin typeface="Trebuchet MS"/>
                <a:cs typeface="Trebuchet MS"/>
              </a:rPr>
              <a:t>redes, </a:t>
            </a:r>
            <a:r>
              <a:rPr sz="2600" spc="-5" dirty="0">
                <a:solidFill>
                  <a:srgbClr val="3F3F3F"/>
                </a:solidFill>
                <a:latin typeface="Trebuchet MS"/>
                <a:cs typeface="Trebuchet MS"/>
              </a:rPr>
              <a:t> computadores	</a:t>
            </a:r>
            <a:r>
              <a:rPr sz="2600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2600" spc="-5" dirty="0">
                <a:solidFill>
                  <a:srgbClr val="3F3F3F"/>
                </a:solidFill>
                <a:latin typeface="Trebuchet MS"/>
                <a:cs typeface="Trebuchet MS"/>
              </a:rPr>
              <a:t> usuários.	Ocorreu</a:t>
            </a:r>
            <a:r>
              <a:rPr sz="2600" spc="-2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Trebuchet MS"/>
                <a:cs typeface="Trebuchet MS"/>
              </a:rPr>
              <a:t>então</a:t>
            </a:r>
            <a:r>
              <a:rPr sz="2600" spc="-2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600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2600" spc="-2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Trebuchet MS"/>
                <a:cs typeface="Trebuchet MS"/>
              </a:rPr>
              <a:t>expansão</a:t>
            </a:r>
            <a:r>
              <a:rPr sz="2600" spc="-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Trebuchet MS"/>
                <a:cs typeface="Trebuchet MS"/>
              </a:rPr>
              <a:t>da </a:t>
            </a:r>
            <a:r>
              <a:rPr sz="2600" spc="-77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Trebuchet MS"/>
                <a:cs typeface="Trebuchet MS"/>
              </a:rPr>
              <a:t>ARPANET</a:t>
            </a:r>
            <a:r>
              <a:rPr sz="26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600" dirty="0">
                <a:solidFill>
                  <a:srgbClr val="3F3F3F"/>
                </a:solidFill>
                <a:latin typeface="Trebuchet MS"/>
                <a:cs typeface="Trebuchet MS"/>
              </a:rPr>
              <a:t>que</a:t>
            </a:r>
            <a:r>
              <a:rPr sz="26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Trebuchet MS"/>
                <a:cs typeface="Trebuchet MS"/>
              </a:rPr>
              <a:t>estava mais</a:t>
            </a:r>
            <a:r>
              <a:rPr sz="260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Trebuchet MS"/>
                <a:cs typeface="Trebuchet MS"/>
              </a:rPr>
              <a:t>acessível </a:t>
            </a:r>
            <a:r>
              <a:rPr sz="2600" dirty="0">
                <a:solidFill>
                  <a:srgbClr val="3F3F3F"/>
                </a:solidFill>
                <a:latin typeface="Trebuchet MS"/>
                <a:cs typeface="Trebuchet MS"/>
              </a:rPr>
              <a:t>ao</a:t>
            </a:r>
            <a:r>
              <a:rPr sz="26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Trebuchet MS"/>
                <a:cs typeface="Trebuchet MS"/>
              </a:rPr>
              <a:t>público</a:t>
            </a:r>
            <a:r>
              <a:rPr sz="2600" spc="-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600" spc="-5" dirty="0">
                <a:solidFill>
                  <a:srgbClr val="3F3F3F"/>
                </a:solidFill>
                <a:latin typeface="Trebuchet MS"/>
                <a:cs typeface="Trebuchet MS"/>
              </a:rPr>
              <a:t>geral.</a:t>
            </a:r>
            <a:endParaRPr sz="2600" dirty="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760"/>
              </a:spcBef>
            </a:pPr>
            <a:r>
              <a:rPr sz="1750" spc="-170" dirty="0">
                <a:solidFill>
                  <a:srgbClr val="5ECAEE"/>
                </a:solidFill>
                <a:latin typeface="Cambria"/>
                <a:cs typeface="Cambria"/>
              </a:rPr>
              <a:t>▶</a:t>
            </a:r>
            <a:r>
              <a:rPr sz="1750" spc="-110" dirty="0">
                <a:solidFill>
                  <a:srgbClr val="5ECAEE"/>
                </a:solidFill>
                <a:latin typeface="Cambria"/>
                <a:cs typeface="Cambria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1981</a:t>
            </a:r>
            <a:r>
              <a:rPr sz="2200" spc="-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3F3F3F"/>
                </a:solidFill>
                <a:latin typeface="Trebuchet MS"/>
                <a:cs typeface="Trebuchet MS"/>
              </a:rPr>
              <a:t>–</a:t>
            </a:r>
            <a:r>
              <a:rPr sz="2200" spc="-2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Computador</a:t>
            </a:r>
            <a:r>
              <a:rPr sz="2200" spc="-2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pessoal</a:t>
            </a:r>
            <a:r>
              <a:rPr sz="2200" spc="-2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da</a:t>
            </a:r>
            <a:r>
              <a:rPr sz="2200" spc="-2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IBM.</a:t>
            </a:r>
            <a:endParaRPr sz="2200" dirty="0">
              <a:latin typeface="Trebuchet MS"/>
              <a:cs typeface="Trebuchet MS"/>
            </a:endParaRPr>
          </a:p>
          <a:p>
            <a:pPr marL="756285" marR="528955" indent="-287020">
              <a:lnSpc>
                <a:spcPts val="2360"/>
              </a:lnSpc>
              <a:spcBef>
                <a:spcPts val="1050"/>
              </a:spcBef>
              <a:tabLst>
                <a:tab pos="1820545" algn="l"/>
                <a:tab pos="2966085" algn="l"/>
                <a:tab pos="3490595" algn="l"/>
              </a:tabLst>
            </a:pPr>
            <a:r>
              <a:rPr sz="1750" spc="-170" dirty="0">
                <a:solidFill>
                  <a:srgbClr val="5ECAEE"/>
                </a:solidFill>
                <a:latin typeface="Cambria"/>
                <a:cs typeface="Cambria"/>
              </a:rPr>
              <a:t>▶</a:t>
            </a:r>
            <a:r>
              <a:rPr sz="1750" spc="325" dirty="0">
                <a:solidFill>
                  <a:srgbClr val="5ECAEE"/>
                </a:solidFill>
                <a:latin typeface="Cambria"/>
                <a:cs typeface="Cambria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1982</a:t>
            </a:r>
            <a:r>
              <a:rPr sz="2200" dirty="0">
                <a:solidFill>
                  <a:srgbClr val="3F3F3F"/>
                </a:solidFill>
                <a:latin typeface="Trebuchet MS"/>
                <a:cs typeface="Trebuchet MS"/>
              </a:rPr>
              <a:t> –	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Milinet,	foi	criada uma rede </a:t>
            </a:r>
            <a:r>
              <a:rPr sz="2200" spc="-10" dirty="0">
                <a:solidFill>
                  <a:srgbClr val="3F3F3F"/>
                </a:solidFill>
                <a:latin typeface="Trebuchet MS"/>
                <a:cs typeface="Trebuchet MS"/>
              </a:rPr>
              <a:t>separada 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controlada por </a:t>
            </a:r>
            <a:r>
              <a:rPr sz="2200" spc="-64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Trebuchet MS"/>
                <a:cs typeface="Trebuchet MS"/>
              </a:rPr>
              <a:t>militares.</a:t>
            </a:r>
            <a:endParaRPr sz="2200" dirty="0">
              <a:latin typeface="Trebuchet MS"/>
              <a:cs typeface="Trebuchet MS"/>
            </a:endParaRPr>
          </a:p>
          <a:p>
            <a:pPr marL="756285" marR="292735" indent="-287020">
              <a:lnSpc>
                <a:spcPts val="2380"/>
              </a:lnSpc>
              <a:spcBef>
                <a:spcPts val="1005"/>
              </a:spcBef>
            </a:pPr>
            <a:r>
              <a:rPr sz="1750" spc="-170" dirty="0">
                <a:solidFill>
                  <a:srgbClr val="5ECAEE"/>
                </a:solidFill>
                <a:latin typeface="Cambria"/>
                <a:cs typeface="Cambria"/>
              </a:rPr>
              <a:t>▶</a:t>
            </a:r>
            <a:r>
              <a:rPr sz="1750" spc="-165" dirty="0">
                <a:solidFill>
                  <a:srgbClr val="5ECAEE"/>
                </a:solidFill>
                <a:latin typeface="Cambria"/>
                <a:cs typeface="Cambria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1983 </a:t>
            </a:r>
            <a:r>
              <a:rPr sz="2200" dirty="0">
                <a:solidFill>
                  <a:srgbClr val="3F3F3F"/>
                </a:solidFill>
                <a:latin typeface="Trebuchet MS"/>
                <a:cs typeface="Trebuchet MS"/>
              </a:rPr>
              <a:t>– A 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ARPANET oficialmente muda </a:t>
            </a:r>
            <a:r>
              <a:rPr sz="2200" dirty="0">
                <a:solidFill>
                  <a:srgbClr val="3F3F3F"/>
                </a:solidFill>
                <a:latin typeface="Trebuchet MS"/>
                <a:cs typeface="Trebuchet MS"/>
              </a:rPr>
              <a:t>o 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protocolo do NCP </a:t>
            </a:r>
            <a:r>
              <a:rPr sz="2200" spc="-10" dirty="0">
                <a:solidFill>
                  <a:srgbClr val="3F3F3F"/>
                </a:solidFill>
                <a:latin typeface="Trebuchet MS"/>
                <a:cs typeface="Trebuchet MS"/>
              </a:rPr>
              <a:t>para os </a:t>
            </a:r>
            <a:r>
              <a:rPr sz="2200" spc="-65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Trebuchet MS"/>
                <a:cs typeface="Trebuchet MS"/>
              </a:rPr>
              <a:t>protocolos</a:t>
            </a:r>
            <a:r>
              <a:rPr sz="2200" spc="-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Trebuchet MS"/>
                <a:cs typeface="Trebuchet MS"/>
              </a:rPr>
              <a:t>TCP/IP.</a:t>
            </a:r>
            <a:endParaRPr sz="2200" dirty="0">
              <a:latin typeface="Trebuchet MS"/>
              <a:cs typeface="Trebuchet MS"/>
            </a:endParaRPr>
          </a:p>
          <a:p>
            <a:pPr marL="1155700" marR="8255" indent="-228600">
              <a:lnSpc>
                <a:spcPts val="2050"/>
              </a:lnSpc>
              <a:spcBef>
                <a:spcPts val="1015"/>
              </a:spcBef>
              <a:tabLst>
                <a:tab pos="2153285" algn="l"/>
                <a:tab pos="6693534" algn="l"/>
                <a:tab pos="8951595" algn="l"/>
              </a:tabLst>
            </a:pPr>
            <a:r>
              <a:rPr sz="1500" spc="-140" dirty="0">
                <a:solidFill>
                  <a:srgbClr val="5ECAEE"/>
                </a:solidFill>
                <a:latin typeface="Cambria"/>
                <a:cs typeface="Cambria"/>
              </a:rPr>
              <a:t>▶</a:t>
            </a:r>
            <a:r>
              <a:rPr sz="1500" spc="130" dirty="0">
                <a:solidFill>
                  <a:srgbClr val="5ECAEE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1900" spc="-10" dirty="0">
                <a:solidFill>
                  <a:srgbClr val="3F3F3F"/>
                </a:solidFill>
                <a:latin typeface="Trebuchet MS"/>
                <a:cs typeface="Trebuchet MS"/>
              </a:rPr>
              <a:t> p</a:t>
            </a:r>
            <a:r>
              <a:rPr sz="1900" spc="-5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1900" spc="-10" dirty="0">
                <a:solidFill>
                  <a:srgbClr val="3F3F3F"/>
                </a:solidFill>
                <a:latin typeface="Trebuchet MS"/>
                <a:cs typeface="Trebuchet MS"/>
              </a:rPr>
              <a:t>r</a:t>
            </a:r>
            <a:r>
              <a:rPr sz="1900" dirty="0">
                <a:solidFill>
                  <a:srgbClr val="3F3F3F"/>
                </a:solidFill>
                <a:latin typeface="Trebuchet MS"/>
                <a:cs typeface="Trebuchet MS"/>
              </a:rPr>
              <a:t>t</a:t>
            </a:r>
            <a:r>
              <a:rPr sz="1900" spc="-5" dirty="0">
                <a:solidFill>
                  <a:srgbClr val="3F3F3F"/>
                </a:solidFill>
                <a:latin typeface="Trebuchet MS"/>
                <a:cs typeface="Trebuchet MS"/>
              </a:rPr>
              <a:t>i</a:t>
            </a:r>
            <a:r>
              <a:rPr sz="1900" dirty="0">
                <a:solidFill>
                  <a:srgbClr val="3F3F3F"/>
                </a:solidFill>
                <a:latin typeface="Trebuchet MS"/>
                <a:cs typeface="Trebuchet MS"/>
              </a:rPr>
              <a:t>r	</a:t>
            </a:r>
            <a:r>
              <a:rPr sz="1900" spc="-10" dirty="0">
                <a:solidFill>
                  <a:srgbClr val="3F3F3F"/>
                </a:solidFill>
                <a:latin typeface="Trebuchet MS"/>
                <a:cs typeface="Trebuchet MS"/>
              </a:rPr>
              <a:t>d</a:t>
            </a:r>
            <a:r>
              <a:rPr sz="1900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1900" spc="-5" dirty="0">
                <a:solidFill>
                  <a:srgbClr val="3F3F3F"/>
                </a:solidFill>
                <a:latin typeface="Trebuchet MS"/>
                <a:cs typeface="Trebuchet MS"/>
              </a:rPr>
              <a:t> ado</a:t>
            </a:r>
            <a:r>
              <a:rPr sz="1900" spc="-15" dirty="0">
                <a:solidFill>
                  <a:srgbClr val="3F3F3F"/>
                </a:solidFill>
                <a:latin typeface="Trebuchet MS"/>
                <a:cs typeface="Trebuchet MS"/>
              </a:rPr>
              <a:t>ç</a:t>
            </a:r>
            <a:r>
              <a:rPr sz="1900" spc="-5" dirty="0">
                <a:solidFill>
                  <a:srgbClr val="3F3F3F"/>
                </a:solidFill>
                <a:latin typeface="Trebuchet MS"/>
                <a:cs typeface="Trebuchet MS"/>
              </a:rPr>
              <a:t>ã</a:t>
            </a:r>
            <a:r>
              <a:rPr sz="1900" dirty="0">
                <a:solidFill>
                  <a:srgbClr val="3F3F3F"/>
                </a:solidFill>
                <a:latin typeface="Trebuchet MS"/>
                <a:cs typeface="Trebuchet MS"/>
              </a:rPr>
              <a:t>o</a:t>
            </a:r>
            <a:r>
              <a:rPr sz="1900" spc="-5" dirty="0">
                <a:solidFill>
                  <a:srgbClr val="3F3F3F"/>
                </a:solidFill>
                <a:latin typeface="Trebuchet MS"/>
                <a:cs typeface="Trebuchet MS"/>
              </a:rPr>
              <a:t> d</a:t>
            </a:r>
            <a:r>
              <a:rPr sz="1900" dirty="0">
                <a:solidFill>
                  <a:srgbClr val="3F3F3F"/>
                </a:solidFill>
                <a:latin typeface="Trebuchet MS"/>
                <a:cs typeface="Trebuchet MS"/>
              </a:rPr>
              <a:t>o </a:t>
            </a:r>
            <a:r>
              <a:rPr sz="1900" spc="-5" dirty="0">
                <a:solidFill>
                  <a:srgbClr val="3F3F3F"/>
                </a:solidFill>
                <a:latin typeface="Trebuchet MS"/>
                <a:cs typeface="Trebuchet MS"/>
              </a:rPr>
              <a:t>T</a:t>
            </a:r>
            <a:r>
              <a:rPr sz="1900" dirty="0">
                <a:solidFill>
                  <a:srgbClr val="3F3F3F"/>
                </a:solidFill>
                <a:latin typeface="Trebuchet MS"/>
                <a:cs typeface="Trebuchet MS"/>
              </a:rPr>
              <a:t>C</a:t>
            </a:r>
            <a:r>
              <a:rPr sz="1900" spc="-5" dirty="0">
                <a:solidFill>
                  <a:srgbClr val="3F3F3F"/>
                </a:solidFill>
                <a:latin typeface="Trebuchet MS"/>
                <a:cs typeface="Trebuchet MS"/>
              </a:rPr>
              <a:t>P</a:t>
            </a:r>
            <a:r>
              <a:rPr sz="1900" spc="-10" dirty="0">
                <a:solidFill>
                  <a:srgbClr val="3F3F3F"/>
                </a:solidFill>
                <a:latin typeface="Trebuchet MS"/>
                <a:cs typeface="Trebuchet MS"/>
              </a:rPr>
              <a:t>/</a:t>
            </a:r>
            <a:r>
              <a:rPr sz="1900" spc="-5" dirty="0">
                <a:solidFill>
                  <a:srgbClr val="3F3F3F"/>
                </a:solidFill>
                <a:latin typeface="Trebuchet MS"/>
                <a:cs typeface="Trebuchet MS"/>
              </a:rPr>
              <a:t>I</a:t>
            </a:r>
            <a:r>
              <a:rPr sz="1900" dirty="0">
                <a:solidFill>
                  <a:srgbClr val="3F3F3F"/>
                </a:solidFill>
                <a:latin typeface="Trebuchet MS"/>
                <a:cs typeface="Trebuchet MS"/>
              </a:rPr>
              <a:t>P</a:t>
            </a:r>
            <a:r>
              <a:rPr sz="1900" spc="-5" dirty="0">
                <a:solidFill>
                  <a:srgbClr val="3F3F3F"/>
                </a:solidFill>
                <a:latin typeface="Trebuchet MS"/>
                <a:cs typeface="Trebuchet MS"/>
              </a:rPr>
              <a:t> o</a:t>
            </a:r>
            <a:r>
              <a:rPr sz="1900" dirty="0">
                <a:solidFill>
                  <a:srgbClr val="3F3F3F"/>
                </a:solidFill>
                <a:latin typeface="Trebuchet MS"/>
                <a:cs typeface="Trebuchet MS"/>
              </a:rPr>
              <a:t>s </a:t>
            </a:r>
            <a:r>
              <a:rPr sz="1900" spc="-10" dirty="0">
                <a:solidFill>
                  <a:srgbClr val="3F3F3F"/>
                </a:solidFill>
                <a:latin typeface="Trebuchet MS"/>
                <a:cs typeface="Trebuchet MS"/>
              </a:rPr>
              <a:t>pe</a:t>
            </a:r>
            <a:r>
              <a:rPr sz="1900" spc="-5" dirty="0">
                <a:solidFill>
                  <a:srgbClr val="3F3F3F"/>
                </a:solidFill>
                <a:latin typeface="Trebuchet MS"/>
                <a:cs typeface="Trebuchet MS"/>
              </a:rPr>
              <a:t>sq</a:t>
            </a:r>
            <a:r>
              <a:rPr sz="1900" spc="-10" dirty="0">
                <a:solidFill>
                  <a:srgbClr val="3F3F3F"/>
                </a:solidFill>
                <a:latin typeface="Trebuchet MS"/>
                <a:cs typeface="Trebuchet MS"/>
              </a:rPr>
              <a:t>u</a:t>
            </a:r>
            <a:r>
              <a:rPr sz="1900" spc="-5" dirty="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sz="1900" spc="-10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1900" spc="-5" dirty="0">
                <a:solidFill>
                  <a:srgbClr val="3F3F3F"/>
                </a:solidFill>
                <a:latin typeface="Trebuchet MS"/>
                <a:cs typeface="Trebuchet MS"/>
              </a:rPr>
              <a:t>do</a:t>
            </a:r>
            <a:r>
              <a:rPr sz="1900" spc="-10" dirty="0">
                <a:solidFill>
                  <a:srgbClr val="3F3F3F"/>
                </a:solidFill>
                <a:latin typeface="Trebuchet MS"/>
                <a:cs typeface="Trebuchet MS"/>
              </a:rPr>
              <a:t>re</a:t>
            </a:r>
            <a:r>
              <a:rPr sz="1900" dirty="0">
                <a:solidFill>
                  <a:srgbClr val="3F3F3F"/>
                </a:solidFill>
                <a:latin typeface="Trebuchet MS"/>
                <a:cs typeface="Trebuchet MS"/>
              </a:rPr>
              <a:t>s	</a:t>
            </a:r>
            <a:r>
              <a:rPr sz="1900" spc="-15" dirty="0">
                <a:solidFill>
                  <a:srgbClr val="3F3F3F"/>
                </a:solidFill>
                <a:latin typeface="Trebuchet MS"/>
                <a:cs typeface="Trebuchet MS"/>
              </a:rPr>
              <a:t>c</a:t>
            </a:r>
            <a:r>
              <a:rPr sz="1900" spc="-5" dirty="0">
                <a:solidFill>
                  <a:srgbClr val="3F3F3F"/>
                </a:solidFill>
                <a:latin typeface="Trebuchet MS"/>
                <a:cs typeface="Trebuchet MS"/>
              </a:rPr>
              <a:t>o</a:t>
            </a:r>
            <a:r>
              <a:rPr sz="1900" dirty="0">
                <a:solidFill>
                  <a:srgbClr val="3F3F3F"/>
                </a:solidFill>
                <a:latin typeface="Trebuchet MS"/>
                <a:cs typeface="Trebuchet MS"/>
              </a:rPr>
              <a:t>m</a:t>
            </a:r>
            <a:r>
              <a:rPr sz="1900" spc="-10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1900" spc="-15" dirty="0">
                <a:solidFill>
                  <a:srgbClr val="3F3F3F"/>
                </a:solidFill>
                <a:latin typeface="Trebuchet MS"/>
                <a:cs typeface="Trebuchet MS"/>
              </a:rPr>
              <a:t>ç</a:t>
            </a:r>
            <a:r>
              <a:rPr sz="1900" spc="-5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1900" spc="-10" dirty="0">
                <a:solidFill>
                  <a:srgbClr val="3F3F3F"/>
                </a:solidFill>
                <a:latin typeface="Trebuchet MS"/>
                <a:cs typeface="Trebuchet MS"/>
              </a:rPr>
              <a:t>r</a:t>
            </a:r>
            <a:r>
              <a:rPr sz="1900" spc="-5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1900" dirty="0">
                <a:solidFill>
                  <a:srgbClr val="3F3F3F"/>
                </a:solidFill>
                <a:latin typeface="Trebuchet MS"/>
                <a:cs typeface="Trebuchet MS"/>
              </a:rPr>
              <a:t>m</a:t>
            </a:r>
            <a:r>
              <a:rPr sz="1900" spc="-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1900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1900" spc="-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1900" spc="-15" dirty="0">
                <a:solidFill>
                  <a:srgbClr val="3F3F3F"/>
                </a:solidFill>
                <a:latin typeface="Trebuchet MS"/>
                <a:cs typeface="Trebuchet MS"/>
              </a:rPr>
              <a:t>c</a:t>
            </a:r>
            <a:r>
              <a:rPr sz="1900" spc="-5" dirty="0">
                <a:solidFill>
                  <a:srgbClr val="3F3F3F"/>
                </a:solidFill>
                <a:latin typeface="Trebuchet MS"/>
                <a:cs typeface="Trebuchet MS"/>
              </a:rPr>
              <a:t>r</a:t>
            </a:r>
            <a:r>
              <a:rPr sz="1900" spc="-15" dirty="0">
                <a:solidFill>
                  <a:srgbClr val="3F3F3F"/>
                </a:solidFill>
                <a:latin typeface="Trebuchet MS"/>
                <a:cs typeface="Trebuchet MS"/>
              </a:rPr>
              <a:t>i</a:t>
            </a:r>
            <a:r>
              <a:rPr sz="1900" spc="-5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1900" dirty="0">
                <a:solidFill>
                  <a:srgbClr val="3F3F3F"/>
                </a:solidFill>
                <a:latin typeface="Trebuchet MS"/>
                <a:cs typeface="Trebuchet MS"/>
              </a:rPr>
              <a:t>r	</a:t>
            </a:r>
            <a:r>
              <a:rPr sz="1900" spc="-10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1900" dirty="0">
                <a:solidFill>
                  <a:srgbClr val="3F3F3F"/>
                </a:solidFill>
                <a:latin typeface="Trebuchet MS"/>
                <a:cs typeface="Trebuchet MS"/>
              </a:rPr>
              <a:t>s  </a:t>
            </a:r>
            <a:r>
              <a:rPr sz="1900" spc="-5" dirty="0">
                <a:solidFill>
                  <a:srgbClr val="3F3F3F"/>
                </a:solidFill>
                <a:latin typeface="Trebuchet MS"/>
                <a:cs typeface="Trebuchet MS"/>
              </a:rPr>
              <a:t>“rede</a:t>
            </a:r>
            <a:r>
              <a:rPr sz="1900" spc="-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1900" spc="-5" dirty="0">
                <a:solidFill>
                  <a:srgbClr val="3F3F3F"/>
                </a:solidFill>
                <a:latin typeface="Trebuchet MS"/>
                <a:cs typeface="Trebuchet MS"/>
              </a:rPr>
              <a:t>de</a:t>
            </a:r>
            <a:r>
              <a:rPr sz="190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1900" spc="-10" dirty="0">
                <a:solidFill>
                  <a:srgbClr val="3F3F3F"/>
                </a:solidFill>
                <a:latin typeface="Trebuchet MS"/>
                <a:cs typeface="Trebuchet MS"/>
              </a:rPr>
              <a:t>redes”.</a:t>
            </a:r>
            <a:endParaRPr sz="1900" dirty="0">
              <a:latin typeface="Trebuchet MS"/>
              <a:cs typeface="Trebuchet MS"/>
            </a:endParaRPr>
          </a:p>
          <a:p>
            <a:pPr marL="756285" marR="5080" indent="-287020" algn="just">
              <a:lnSpc>
                <a:spcPct val="90100"/>
              </a:lnSpc>
              <a:spcBef>
                <a:spcPts val="960"/>
              </a:spcBef>
            </a:pPr>
            <a:r>
              <a:rPr sz="1750" spc="-170" dirty="0">
                <a:solidFill>
                  <a:srgbClr val="5ECAEE"/>
                </a:solidFill>
                <a:latin typeface="Cambria"/>
                <a:cs typeface="Cambria"/>
              </a:rPr>
              <a:t>▶</a:t>
            </a:r>
            <a:r>
              <a:rPr sz="1750" spc="-165" dirty="0">
                <a:solidFill>
                  <a:srgbClr val="5ECAEE"/>
                </a:solidFill>
                <a:latin typeface="Cambria"/>
                <a:cs typeface="Cambria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1987 </a:t>
            </a:r>
            <a:r>
              <a:rPr sz="2200" dirty="0">
                <a:solidFill>
                  <a:srgbClr val="3F3F3F"/>
                </a:solidFill>
                <a:latin typeface="Trebuchet MS"/>
                <a:cs typeface="Trebuchet MS"/>
              </a:rPr>
              <a:t>– 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Foi liberado seu uso comercial nos EUA. Assim </a:t>
            </a:r>
            <a:r>
              <a:rPr sz="2200" spc="-10" dirty="0">
                <a:solidFill>
                  <a:srgbClr val="3F3F3F"/>
                </a:solidFill>
                <a:latin typeface="Trebuchet MS"/>
                <a:cs typeface="Trebuchet MS"/>
              </a:rPr>
              <a:t>começaram </a:t>
            </a:r>
            <a:r>
              <a:rPr sz="2200" dirty="0">
                <a:solidFill>
                  <a:srgbClr val="3F3F3F"/>
                </a:solidFill>
                <a:latin typeface="Trebuchet MS"/>
                <a:cs typeface="Trebuchet MS"/>
              </a:rPr>
              <a:t>a </a:t>
            </a:r>
            <a:r>
              <a:rPr sz="2200" spc="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surgir</a:t>
            </a:r>
            <a:r>
              <a:rPr sz="220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várias</a:t>
            </a:r>
            <a:r>
              <a:rPr sz="220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Trebuchet MS"/>
                <a:cs typeface="Trebuchet MS"/>
              </a:rPr>
              <a:t>pequenas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Trebuchet MS"/>
                <a:cs typeface="Trebuchet MS"/>
              </a:rPr>
              <a:t>redes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 com propósitos</a:t>
            </a:r>
            <a:r>
              <a:rPr sz="220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específicos</a:t>
            </a:r>
            <a:r>
              <a:rPr sz="220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Trebuchet MS"/>
                <a:cs typeface="Trebuchet MS"/>
              </a:rPr>
              <a:t>como: </a:t>
            </a:r>
            <a:r>
              <a:rPr sz="2200" spc="-65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Usenet,</a:t>
            </a:r>
            <a:r>
              <a:rPr sz="2200" spc="-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CSNet,</a:t>
            </a:r>
            <a:r>
              <a:rPr sz="22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Bitnet</a:t>
            </a:r>
            <a:r>
              <a:rPr sz="2200" dirty="0">
                <a:solidFill>
                  <a:srgbClr val="3F3F3F"/>
                </a:solidFill>
                <a:latin typeface="Trebuchet MS"/>
                <a:cs typeface="Trebuchet MS"/>
              </a:rPr>
              <a:t> e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 NSFNET.</a:t>
            </a:r>
            <a:endParaRPr sz="22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2765" y="507606"/>
            <a:ext cx="6413398" cy="101339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5535" y="629907"/>
            <a:ext cx="5859145" cy="575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600" dirty="0"/>
              <a:t>Breve</a:t>
            </a:r>
            <a:r>
              <a:rPr sz="3600" spc="-10" dirty="0"/>
              <a:t> </a:t>
            </a:r>
            <a:r>
              <a:rPr sz="3600" dirty="0"/>
              <a:t>Histórico</a:t>
            </a:r>
            <a:r>
              <a:rPr sz="3600" spc="-20" dirty="0"/>
              <a:t> </a:t>
            </a:r>
            <a:r>
              <a:rPr sz="3600" spc="5" dirty="0"/>
              <a:t>da</a:t>
            </a:r>
            <a:r>
              <a:rPr sz="3600" spc="-10" dirty="0"/>
              <a:t> </a:t>
            </a:r>
            <a:r>
              <a:rPr sz="3600" dirty="0"/>
              <a:t>Internet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470065" y="1352422"/>
            <a:ext cx="57867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  <a:tab pos="1815464" algn="l"/>
                <a:tab pos="2323465" algn="l"/>
              </a:tabLst>
            </a:pPr>
            <a:r>
              <a:rPr sz="1900" spc="-180" dirty="0">
                <a:solidFill>
                  <a:srgbClr val="5ECAEE"/>
                </a:solidFill>
                <a:latin typeface="Cambria"/>
                <a:cs typeface="Cambria"/>
              </a:rPr>
              <a:t>▶	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Em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1989,	foi	criado</a:t>
            </a:r>
            <a:r>
              <a:rPr sz="2400" spc="-3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2400" spc="-2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World</a:t>
            </a:r>
            <a:r>
              <a:rPr sz="2400" spc="-3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Wide</a:t>
            </a:r>
            <a:r>
              <a:rPr sz="2400" spc="-3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Web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2774" y="1644383"/>
            <a:ext cx="56775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63420" algn="l"/>
                <a:tab pos="3566160" algn="l"/>
                <a:tab pos="5339080" algn="l"/>
              </a:tabLst>
            </a:pP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B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2400" spc="5" dirty="0">
                <a:solidFill>
                  <a:srgbClr val="3F3F3F"/>
                </a:solidFill>
                <a:latin typeface="Trebuchet MS"/>
                <a:cs typeface="Trebuchet MS"/>
              </a:rPr>
              <a:t>r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ners-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L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e	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2400" spc="-15" dirty="0">
                <a:solidFill>
                  <a:srgbClr val="3F3F3F"/>
                </a:solidFill>
                <a:latin typeface="Trebuchet MS"/>
                <a:cs typeface="Trebuchet MS"/>
              </a:rPr>
              <a:t>n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q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u</a:t>
            </a:r>
            <a:r>
              <a:rPr sz="2400" spc="5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2400" spc="-15" dirty="0">
                <a:solidFill>
                  <a:srgbClr val="3F3F3F"/>
                </a:solidFill>
                <a:latin typeface="Trebuchet MS"/>
                <a:cs typeface="Trebuchet MS"/>
              </a:rPr>
              <a:t>n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t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o	</a:t>
            </a:r>
            <a:r>
              <a:rPr sz="2400" spc="-15" dirty="0">
                <a:solidFill>
                  <a:srgbClr val="3F3F3F"/>
                </a:solidFill>
                <a:latin typeface="Trebuchet MS"/>
                <a:cs typeface="Trebuchet MS"/>
              </a:rPr>
              <a:t>t</a:t>
            </a:r>
            <a:r>
              <a:rPr sz="2400" spc="5" dirty="0">
                <a:solidFill>
                  <a:srgbClr val="3F3F3F"/>
                </a:solidFill>
                <a:latin typeface="Trebuchet MS"/>
                <a:cs typeface="Trebuchet MS"/>
              </a:rPr>
              <a:t>r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b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l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hav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a	</a:t>
            </a:r>
            <a:r>
              <a:rPr sz="2400" spc="-15" dirty="0">
                <a:solidFill>
                  <a:srgbClr val="3F3F3F"/>
                </a:solidFill>
                <a:latin typeface="Trebuchet MS"/>
                <a:cs typeface="Trebuchet MS"/>
              </a:rPr>
              <a:t>n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23265" y="1352422"/>
            <a:ext cx="2471420" cy="68326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73660" marR="5080" indent="-61594">
              <a:lnSpc>
                <a:spcPct val="79800"/>
              </a:lnSpc>
              <a:spcBef>
                <a:spcPts val="680"/>
              </a:spcBef>
              <a:tabLst>
                <a:tab pos="273050" algn="l"/>
                <a:tab pos="1111250" algn="l"/>
                <a:tab pos="1356995" algn="l"/>
                <a:tab pos="1537335" algn="l"/>
              </a:tabLst>
            </a:pP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–	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www 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–	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por Tim </a:t>
            </a:r>
            <a:r>
              <a:rPr sz="2400" spc="-7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C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ER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N	–		C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en</a:t>
            </a:r>
            <a:r>
              <a:rPr sz="2400" spc="-15" dirty="0">
                <a:solidFill>
                  <a:srgbClr val="3F3F3F"/>
                </a:solidFill>
                <a:latin typeface="Trebuchet MS"/>
                <a:cs typeface="Trebuchet MS"/>
              </a:rPr>
              <a:t>t</a:t>
            </a:r>
            <a:r>
              <a:rPr sz="2400" spc="5" dirty="0">
                <a:solidFill>
                  <a:srgbClr val="3F3F3F"/>
                </a:solidFill>
                <a:latin typeface="Trebuchet MS"/>
                <a:cs typeface="Trebuchet MS"/>
              </a:rPr>
              <a:t>r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0065" y="1885731"/>
            <a:ext cx="8732520" cy="3830954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54965">
              <a:lnSpc>
                <a:spcPct val="100000"/>
              </a:lnSpc>
              <a:spcBef>
                <a:spcPts val="509"/>
              </a:spcBef>
            </a:pP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Eoropéen</a:t>
            </a:r>
            <a:r>
              <a:rPr sz="2400" spc="-3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por</a:t>
            </a:r>
            <a:r>
              <a:rPr sz="2400" spc="-2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la</a:t>
            </a:r>
            <a:r>
              <a:rPr sz="2400" spc="-2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Recherche</a:t>
            </a:r>
            <a:r>
              <a:rPr sz="2400" spc="-2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Nucléaire.</a:t>
            </a:r>
            <a:endParaRPr sz="2400" dirty="0">
              <a:latin typeface="Trebuchet MS"/>
              <a:cs typeface="Trebuchet MS"/>
            </a:endParaRPr>
          </a:p>
          <a:p>
            <a:pPr marL="354965" marR="16510" indent="-342900">
              <a:lnSpc>
                <a:spcPct val="80200"/>
              </a:lnSpc>
              <a:spcBef>
                <a:spcPts val="980"/>
              </a:spcBef>
              <a:tabLst>
                <a:tab pos="354965" algn="l"/>
                <a:tab pos="3001645" algn="l"/>
                <a:tab pos="5842635" algn="l"/>
                <a:tab pos="6381115" algn="l"/>
                <a:tab pos="7165975" algn="l"/>
              </a:tabLst>
            </a:pPr>
            <a:r>
              <a:rPr sz="1900" spc="-180" dirty="0">
                <a:solidFill>
                  <a:srgbClr val="5ECAEE"/>
                </a:solidFill>
                <a:latin typeface="Cambria"/>
                <a:cs typeface="Cambria"/>
              </a:rPr>
              <a:t>▶	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T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i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m 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B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2400" spc="5" dirty="0">
                <a:solidFill>
                  <a:srgbClr val="3F3F3F"/>
                </a:solidFill>
                <a:latin typeface="Trebuchet MS"/>
                <a:cs typeface="Trebuchet MS"/>
              </a:rPr>
              <a:t>r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n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2400" spc="5" dirty="0">
                <a:solidFill>
                  <a:srgbClr val="3F3F3F"/>
                </a:solidFill>
                <a:latin typeface="Trebuchet MS"/>
                <a:cs typeface="Trebuchet MS"/>
              </a:rPr>
              <a:t>r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s-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L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lang="pt-BR" sz="240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15" dirty="0" err="1">
                <a:solidFill>
                  <a:srgbClr val="3F3F3F"/>
                </a:solidFill>
                <a:latin typeface="Trebuchet MS"/>
                <a:cs typeface="Trebuchet MS"/>
              </a:rPr>
              <a:t>t</a:t>
            </a:r>
            <a:r>
              <a:rPr sz="2400" spc="5" dirty="0" err="1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2400" spc="-5" dirty="0" err="1">
                <a:solidFill>
                  <a:srgbClr val="3F3F3F"/>
                </a:solidFill>
                <a:latin typeface="Trebuchet MS"/>
                <a:cs typeface="Trebuchet MS"/>
              </a:rPr>
              <a:t>m</a:t>
            </a:r>
            <a:r>
              <a:rPr sz="2400" spc="-10" dirty="0" err="1">
                <a:solidFill>
                  <a:srgbClr val="3F3F3F"/>
                </a:solidFill>
                <a:latin typeface="Trebuchet MS"/>
                <a:cs typeface="Trebuchet MS"/>
              </a:rPr>
              <a:t>b</a:t>
            </a:r>
            <a:r>
              <a:rPr sz="2400" spc="-5" dirty="0" err="1">
                <a:solidFill>
                  <a:srgbClr val="3F3F3F"/>
                </a:solidFill>
                <a:latin typeface="Trebuchet MS"/>
                <a:cs typeface="Trebuchet MS"/>
              </a:rPr>
              <a:t>é</a:t>
            </a:r>
            <a:r>
              <a:rPr sz="2400" dirty="0" err="1">
                <a:solidFill>
                  <a:srgbClr val="3F3F3F"/>
                </a:solidFill>
                <a:latin typeface="Trebuchet MS"/>
                <a:cs typeface="Trebuchet MS"/>
              </a:rPr>
              <a:t>m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 err="1">
                <a:solidFill>
                  <a:srgbClr val="3F3F3F"/>
                </a:solidFill>
                <a:latin typeface="Trebuchet MS"/>
                <a:cs typeface="Trebuchet MS"/>
              </a:rPr>
              <a:t>escre</a:t>
            </a:r>
            <a:r>
              <a:rPr sz="2400" dirty="0" err="1">
                <a:solidFill>
                  <a:srgbClr val="3F3F3F"/>
                </a:solidFill>
                <a:latin typeface="Trebuchet MS"/>
                <a:cs typeface="Trebuchet MS"/>
              </a:rPr>
              <a:t>v</a:t>
            </a:r>
            <a:r>
              <a:rPr sz="2400" spc="-5" dirty="0" err="1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2400" dirty="0" err="1">
                <a:solidFill>
                  <a:srgbClr val="3F3F3F"/>
                </a:solidFill>
                <a:latin typeface="Trebuchet MS"/>
                <a:cs typeface="Trebuchet MS"/>
              </a:rPr>
              <a:t>u</a:t>
            </a:r>
            <a:r>
              <a:rPr lang="pt-BR" sz="240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s</a:t>
            </a:r>
            <a:r>
              <a:rPr lang="pt-BR" sz="240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 err="1">
                <a:solidFill>
                  <a:srgbClr val="3F3F3F"/>
                </a:solidFill>
                <a:latin typeface="Trebuchet MS"/>
                <a:cs typeface="Trebuchet MS"/>
              </a:rPr>
              <a:t>trê</a:t>
            </a:r>
            <a:r>
              <a:rPr sz="2400" dirty="0" err="1">
                <a:solidFill>
                  <a:srgbClr val="3F3F3F"/>
                </a:solidFill>
                <a:latin typeface="Trebuchet MS"/>
                <a:cs typeface="Trebuchet MS"/>
              </a:rPr>
              <a:t>s</a:t>
            </a:r>
            <a:r>
              <a:rPr lang="pt-BR" sz="240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15" dirty="0" err="1">
                <a:solidFill>
                  <a:srgbClr val="3F3F3F"/>
                </a:solidFill>
                <a:latin typeface="Trebuchet MS"/>
                <a:cs typeface="Trebuchet MS"/>
              </a:rPr>
              <a:t>t</a:t>
            </a:r>
            <a:r>
              <a:rPr sz="2400" spc="-5" dirty="0" err="1">
                <a:solidFill>
                  <a:srgbClr val="3F3F3F"/>
                </a:solidFill>
                <a:latin typeface="Trebuchet MS"/>
                <a:cs typeface="Trebuchet MS"/>
              </a:rPr>
              <a:t>ecn</a:t>
            </a:r>
            <a:r>
              <a:rPr sz="2400" spc="-10" dirty="0" err="1">
                <a:solidFill>
                  <a:srgbClr val="3F3F3F"/>
                </a:solidFill>
                <a:latin typeface="Trebuchet MS"/>
                <a:cs typeface="Trebuchet MS"/>
              </a:rPr>
              <a:t>o</a:t>
            </a:r>
            <a:r>
              <a:rPr sz="2400" dirty="0" err="1">
                <a:solidFill>
                  <a:srgbClr val="3F3F3F"/>
                </a:solidFill>
                <a:latin typeface="Trebuchet MS"/>
                <a:cs typeface="Trebuchet MS"/>
              </a:rPr>
              <a:t>l</a:t>
            </a:r>
            <a:r>
              <a:rPr sz="2400" spc="-10" dirty="0" err="1">
                <a:solidFill>
                  <a:srgbClr val="3F3F3F"/>
                </a:solidFill>
                <a:latin typeface="Trebuchet MS"/>
                <a:cs typeface="Trebuchet MS"/>
              </a:rPr>
              <a:t>o</a:t>
            </a:r>
            <a:r>
              <a:rPr sz="2400" spc="-5" dirty="0" err="1">
                <a:solidFill>
                  <a:srgbClr val="3F3F3F"/>
                </a:solidFill>
                <a:latin typeface="Trebuchet MS"/>
                <a:cs typeface="Trebuchet MS"/>
              </a:rPr>
              <a:t>g</a:t>
            </a:r>
            <a:r>
              <a:rPr sz="2400" dirty="0" err="1">
                <a:solidFill>
                  <a:srgbClr val="3F3F3F"/>
                </a:solidFill>
                <a:latin typeface="Trebuchet MS"/>
                <a:cs typeface="Trebuchet MS"/>
              </a:rPr>
              <a:t>i</a:t>
            </a:r>
            <a:r>
              <a:rPr sz="2400" spc="-5" dirty="0" err="1">
                <a:solidFill>
                  <a:srgbClr val="3F3F3F"/>
                </a:solidFill>
                <a:latin typeface="Trebuchet MS"/>
                <a:cs typeface="Trebuchet MS"/>
              </a:rPr>
              <a:t>as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  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fundamentais,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em outubro de 1990, que 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continuam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sendo 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a </a:t>
            </a:r>
            <a:r>
              <a:rPr sz="2400" spc="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base, da Web de hoje (e que você 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pode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ter visto em 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partes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 do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seu navegador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da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 Web):</a:t>
            </a:r>
            <a:endParaRPr sz="2400" dirty="0">
              <a:latin typeface="Trebuchet MS"/>
              <a:cs typeface="Trebuchet MS"/>
            </a:endParaRPr>
          </a:p>
          <a:p>
            <a:pPr marL="756285" marR="5080" indent="-287020">
              <a:lnSpc>
                <a:spcPct val="80000"/>
              </a:lnSpc>
              <a:spcBef>
                <a:spcPts val="1000"/>
              </a:spcBef>
              <a:tabLst>
                <a:tab pos="1678305" algn="l"/>
                <a:tab pos="3037205" algn="l"/>
                <a:tab pos="4063365" algn="l"/>
                <a:tab pos="5428615" algn="l"/>
                <a:tab pos="7618095" algn="l"/>
              </a:tabLst>
            </a:pPr>
            <a:r>
              <a:rPr sz="1600" spc="-165" dirty="0">
                <a:solidFill>
                  <a:srgbClr val="5ECAEE"/>
                </a:solidFill>
                <a:latin typeface="Cambria"/>
                <a:cs typeface="Cambria"/>
              </a:rPr>
              <a:t>▶ </a:t>
            </a:r>
            <a:r>
              <a:rPr sz="1600" spc="145" dirty="0">
                <a:solidFill>
                  <a:srgbClr val="5ECAEE"/>
                </a:solidFill>
                <a:latin typeface="Cambria"/>
                <a:cs typeface="Cambria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rebuchet MS"/>
                <a:cs typeface="Trebuchet MS"/>
              </a:rPr>
              <a:t>H</a:t>
            </a:r>
            <a:r>
              <a:rPr sz="2000" spc="5" dirty="0">
                <a:solidFill>
                  <a:srgbClr val="FF0000"/>
                </a:solidFill>
                <a:latin typeface="Trebuchet MS"/>
                <a:cs typeface="Trebuchet MS"/>
              </a:rPr>
              <a:t>T</a:t>
            </a:r>
            <a:r>
              <a:rPr sz="2000" spc="-10" dirty="0">
                <a:solidFill>
                  <a:srgbClr val="FF0000"/>
                </a:solidFill>
                <a:latin typeface="Trebuchet MS"/>
                <a:cs typeface="Trebuchet MS"/>
              </a:rPr>
              <a:t>M</a:t>
            </a:r>
            <a:r>
              <a:rPr sz="2000" spc="5" dirty="0">
                <a:solidFill>
                  <a:srgbClr val="FF0000"/>
                </a:solidFill>
                <a:latin typeface="Trebuchet MS"/>
                <a:cs typeface="Trebuchet MS"/>
              </a:rPr>
              <a:t>L</a:t>
            </a:r>
            <a:r>
              <a:rPr sz="2000" dirty="0">
                <a:solidFill>
                  <a:srgbClr val="FF0000"/>
                </a:solidFill>
                <a:latin typeface="Trebuchet MS"/>
                <a:cs typeface="Trebuchet MS"/>
              </a:rPr>
              <a:t>: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	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H</a:t>
            </a:r>
            <a:r>
              <a:rPr sz="2000" spc="-10" dirty="0">
                <a:solidFill>
                  <a:srgbClr val="3F3F3F"/>
                </a:solidFill>
                <a:latin typeface="Trebuchet MS"/>
                <a:cs typeface="Trebuchet MS"/>
              </a:rPr>
              <a:t>y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p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r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T</a:t>
            </a:r>
            <a:r>
              <a:rPr sz="2000" spc="5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x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t	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Ma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r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ku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p	</a:t>
            </a:r>
            <a:r>
              <a:rPr sz="2000" spc="5" dirty="0">
                <a:solidFill>
                  <a:srgbClr val="3F3F3F"/>
                </a:solidFill>
                <a:latin typeface="Trebuchet MS"/>
                <a:cs typeface="Trebuchet MS"/>
              </a:rPr>
              <a:t>L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2000" spc="5" dirty="0">
                <a:solidFill>
                  <a:srgbClr val="3F3F3F"/>
                </a:solidFill>
                <a:latin typeface="Trebuchet MS"/>
                <a:cs typeface="Trebuchet MS"/>
              </a:rPr>
              <a:t>n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g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ua</a:t>
            </a:r>
            <a:r>
              <a:rPr sz="2000" spc="5" dirty="0">
                <a:solidFill>
                  <a:srgbClr val="3F3F3F"/>
                </a:solidFill>
                <a:latin typeface="Trebuchet MS"/>
                <a:cs typeface="Trebuchet MS"/>
              </a:rPr>
              <a:t>g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.	A</a:t>
            </a:r>
            <a:r>
              <a:rPr sz="2000" spc="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Trebuchet MS"/>
                <a:cs typeface="Trebuchet MS"/>
              </a:rPr>
              <a:t>l</a:t>
            </a:r>
            <a:r>
              <a:rPr sz="2000" spc="5" dirty="0">
                <a:solidFill>
                  <a:srgbClr val="3F3F3F"/>
                </a:solidFill>
                <a:latin typeface="Trebuchet MS"/>
                <a:cs typeface="Trebuchet MS"/>
              </a:rPr>
              <a:t>i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n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g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u</a:t>
            </a:r>
            <a:r>
              <a:rPr sz="2000" spc="5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g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m</a:t>
            </a:r>
            <a:r>
              <a:rPr sz="2000" spc="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d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e	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m</a:t>
            </a:r>
            <a:r>
              <a:rPr sz="2000" spc="5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r</a:t>
            </a:r>
            <a:r>
              <a:rPr sz="2000" spc="5" dirty="0">
                <a:solidFill>
                  <a:srgbClr val="3F3F3F"/>
                </a:solidFill>
                <a:latin typeface="Trebuchet MS"/>
                <a:cs typeface="Trebuchet MS"/>
              </a:rPr>
              <a:t>c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2000" spc="5" dirty="0">
                <a:solidFill>
                  <a:srgbClr val="3F3F3F"/>
                </a:solidFill>
                <a:latin typeface="Trebuchet MS"/>
                <a:cs typeface="Trebuchet MS"/>
              </a:rPr>
              <a:t>ç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ão  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(formatação)</a:t>
            </a:r>
            <a:r>
              <a:rPr sz="2000" spc="-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da</a:t>
            </a:r>
            <a:r>
              <a:rPr sz="2000" spc="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Web.</a:t>
            </a:r>
            <a:endParaRPr sz="2000" dirty="0">
              <a:latin typeface="Trebuchet MS"/>
              <a:cs typeface="Trebuchet MS"/>
            </a:endParaRPr>
          </a:p>
          <a:p>
            <a:pPr marL="756285" marR="289560" indent="-287020" algn="just">
              <a:lnSpc>
                <a:spcPct val="80000"/>
              </a:lnSpc>
              <a:spcBef>
                <a:spcPts val="1010"/>
              </a:spcBef>
            </a:pPr>
            <a:r>
              <a:rPr sz="1600" spc="-165" dirty="0">
                <a:solidFill>
                  <a:srgbClr val="5ECAEE"/>
                </a:solidFill>
                <a:latin typeface="Cambria"/>
                <a:cs typeface="Cambria"/>
              </a:rPr>
              <a:t>▶</a:t>
            </a:r>
            <a:r>
              <a:rPr sz="1600" spc="-160" dirty="0">
                <a:solidFill>
                  <a:srgbClr val="5ECAEE"/>
                </a:solidFill>
                <a:latin typeface="Cambria"/>
                <a:cs typeface="Cambria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Trebuchet MS"/>
                <a:cs typeface="Trebuchet MS"/>
              </a:rPr>
              <a:t>URI: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identificador de 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recurso uniforme. Uma 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espécie de 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"endereço" </a:t>
            </a:r>
            <a:r>
              <a:rPr sz="2000" spc="-59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exclusivo 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e 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usado 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para 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identificar 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cada 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recurso na Web. </a:t>
            </a:r>
            <a:r>
              <a:rPr sz="2000" spc="-5" dirty="0">
                <a:solidFill>
                  <a:srgbClr val="FF0000"/>
                </a:solidFill>
                <a:latin typeface="Trebuchet MS"/>
                <a:cs typeface="Trebuchet MS"/>
              </a:rPr>
              <a:t>Também </a:t>
            </a:r>
            <a:r>
              <a:rPr sz="2000" dirty="0">
                <a:solidFill>
                  <a:srgbClr val="FF0000"/>
                </a:solidFill>
                <a:latin typeface="Trebuchet MS"/>
                <a:cs typeface="Trebuchet MS"/>
              </a:rPr>
              <a:t>é </a:t>
            </a:r>
            <a:r>
              <a:rPr sz="2000" spc="-59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Trebuchet MS"/>
                <a:cs typeface="Trebuchet MS"/>
              </a:rPr>
              <a:t>comumente</a:t>
            </a:r>
            <a:r>
              <a:rPr sz="2000" dirty="0">
                <a:solidFill>
                  <a:srgbClr val="FF0000"/>
                </a:solidFill>
                <a:latin typeface="Trebuchet MS"/>
                <a:cs typeface="Trebuchet MS"/>
              </a:rPr>
              <a:t> chamado de</a:t>
            </a:r>
            <a:r>
              <a:rPr sz="2000" spc="-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0000"/>
                </a:solidFill>
                <a:latin typeface="Trebuchet MS"/>
                <a:cs typeface="Trebuchet MS"/>
              </a:rPr>
              <a:t>URL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.</a:t>
            </a:r>
            <a:endParaRPr sz="2000" dirty="0">
              <a:latin typeface="Trebuchet MS"/>
              <a:cs typeface="Trebuchet MS"/>
            </a:endParaRPr>
          </a:p>
          <a:p>
            <a:pPr marL="756285" marR="12065" indent="-287020">
              <a:lnSpc>
                <a:spcPct val="80000"/>
              </a:lnSpc>
              <a:spcBef>
                <a:spcPts val="1000"/>
              </a:spcBef>
              <a:tabLst>
                <a:tab pos="1708785" algn="l"/>
                <a:tab pos="3054985" algn="l"/>
                <a:tab pos="3588385" algn="l"/>
                <a:tab pos="5358765" algn="l"/>
                <a:tab pos="5893435" algn="l"/>
                <a:tab pos="7437755" algn="l"/>
                <a:tab pos="8578215" algn="l"/>
              </a:tabLst>
            </a:pPr>
            <a:r>
              <a:rPr sz="1600" spc="-165" dirty="0">
                <a:solidFill>
                  <a:srgbClr val="5ECAEE"/>
                </a:solidFill>
                <a:latin typeface="Cambria"/>
                <a:cs typeface="Cambria"/>
              </a:rPr>
              <a:t>▶ </a:t>
            </a:r>
            <a:r>
              <a:rPr sz="1600" spc="145" dirty="0">
                <a:solidFill>
                  <a:srgbClr val="5ECAEE"/>
                </a:solidFill>
                <a:latin typeface="Cambria"/>
                <a:cs typeface="Cambria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rebuchet MS"/>
                <a:cs typeface="Trebuchet MS"/>
              </a:rPr>
              <a:t>H</a:t>
            </a:r>
            <a:r>
              <a:rPr sz="2000" spc="5" dirty="0">
                <a:solidFill>
                  <a:srgbClr val="FF0000"/>
                </a:solidFill>
                <a:latin typeface="Trebuchet MS"/>
                <a:cs typeface="Trebuchet MS"/>
              </a:rPr>
              <a:t>T</a:t>
            </a:r>
            <a:r>
              <a:rPr sz="2000" spc="-5" dirty="0">
                <a:solidFill>
                  <a:srgbClr val="FF0000"/>
                </a:solidFill>
                <a:latin typeface="Trebuchet MS"/>
                <a:cs typeface="Trebuchet MS"/>
              </a:rPr>
              <a:t>T</a:t>
            </a:r>
            <a:r>
              <a:rPr sz="2000" dirty="0">
                <a:solidFill>
                  <a:srgbClr val="FF0000"/>
                </a:solidFill>
                <a:latin typeface="Trebuchet MS"/>
                <a:cs typeface="Trebuchet MS"/>
              </a:rPr>
              <a:t>P: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	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p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ro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t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o</a:t>
            </a:r>
            <a:r>
              <a:rPr sz="2000" spc="5" dirty="0">
                <a:solidFill>
                  <a:srgbClr val="3F3F3F"/>
                </a:solidFill>
                <a:latin typeface="Trebuchet MS"/>
                <a:cs typeface="Trebuchet MS"/>
              </a:rPr>
              <a:t>c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o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l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o	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d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e	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t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r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2000" spc="5" dirty="0">
                <a:solidFill>
                  <a:srgbClr val="3F3F3F"/>
                </a:solidFill>
                <a:latin typeface="Trebuchet MS"/>
                <a:cs typeface="Trebuchet MS"/>
              </a:rPr>
              <a:t>n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s</a:t>
            </a:r>
            <a:r>
              <a:rPr sz="2000" spc="5" dirty="0">
                <a:solidFill>
                  <a:srgbClr val="3F3F3F"/>
                </a:solidFill>
                <a:latin typeface="Trebuchet MS"/>
                <a:cs typeface="Trebuchet MS"/>
              </a:rPr>
              <a:t>f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r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ên</a:t>
            </a:r>
            <a:r>
              <a:rPr sz="2000" spc="5" dirty="0">
                <a:solidFill>
                  <a:srgbClr val="3F3F3F"/>
                </a:solidFill>
                <a:latin typeface="Trebuchet MS"/>
                <a:cs typeface="Trebuchet MS"/>
              </a:rPr>
              <a:t>c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i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a	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d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e	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hi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p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2000" spc="10" dirty="0">
                <a:solidFill>
                  <a:srgbClr val="3F3F3F"/>
                </a:solidFill>
                <a:latin typeface="Trebuchet MS"/>
                <a:cs typeface="Trebuchet MS"/>
              </a:rPr>
              <a:t>r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te</a:t>
            </a:r>
            <a:r>
              <a:rPr sz="2000" spc="5" dirty="0">
                <a:solidFill>
                  <a:srgbClr val="3F3F3F"/>
                </a:solidFill>
                <a:latin typeface="Trebuchet MS"/>
                <a:cs typeface="Trebuchet MS"/>
              </a:rPr>
              <a:t>x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t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o.	P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r</a:t>
            </a:r>
            <a:r>
              <a:rPr sz="2000" spc="5" dirty="0">
                <a:solidFill>
                  <a:srgbClr val="3F3F3F"/>
                </a:solidFill>
                <a:latin typeface="Trebuchet MS"/>
                <a:cs typeface="Trebuchet MS"/>
              </a:rPr>
              <a:t>m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it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e	a  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recuperação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 de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recursos</a:t>
            </a:r>
            <a:r>
              <a:rPr sz="20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vinculados</a:t>
            </a:r>
            <a:r>
              <a:rPr sz="2000" spc="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pela</a:t>
            </a:r>
            <a:r>
              <a:rPr sz="2000" spc="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Web.</a:t>
            </a:r>
            <a:endParaRPr sz="2000" dirty="0">
              <a:latin typeface="Trebuchet MS"/>
              <a:cs typeface="Trebuchet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25876" y="639724"/>
            <a:ext cx="2613724" cy="187487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70065" y="6121336"/>
            <a:ext cx="871728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750" spc="-170" dirty="0">
                <a:solidFill>
                  <a:srgbClr val="5ECAEE"/>
                </a:solidFill>
                <a:latin typeface="Cambria"/>
                <a:cs typeface="Cambria"/>
              </a:rPr>
              <a:t>▶	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Nesse</a:t>
            </a:r>
            <a:r>
              <a:rPr sz="2200" spc="-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mesmo</a:t>
            </a:r>
            <a:r>
              <a:rPr sz="2200" spc="-2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ano</a:t>
            </a:r>
            <a:r>
              <a:rPr sz="2200" spc="-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[1990]</a:t>
            </a:r>
            <a:r>
              <a:rPr sz="2200" spc="-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2200" spc="-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ARPANET</a:t>
            </a:r>
            <a:r>
              <a:rPr sz="2200" spc="-2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3F3F3F"/>
                </a:solidFill>
                <a:latin typeface="Trebuchet MS"/>
                <a:cs typeface="Trebuchet MS"/>
              </a:rPr>
              <a:t>é</a:t>
            </a:r>
            <a:r>
              <a:rPr sz="22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oficialmente</a:t>
            </a:r>
            <a:r>
              <a:rPr sz="2200" spc="-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desmantelada.</a:t>
            </a:r>
            <a:endParaRPr sz="2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76312" y="-40807"/>
            <a:ext cx="48431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" dirty="0"/>
              <a:t>Evolução</a:t>
            </a:r>
            <a:r>
              <a:rPr sz="4800" spc="-55" dirty="0"/>
              <a:t> </a:t>
            </a:r>
            <a:r>
              <a:rPr sz="4800" spc="-5" dirty="0"/>
              <a:t>da</a:t>
            </a:r>
            <a:r>
              <a:rPr sz="4800" spc="-50" dirty="0"/>
              <a:t> </a:t>
            </a:r>
            <a:r>
              <a:rPr sz="4800" spc="-5" dirty="0"/>
              <a:t>Web</a:t>
            </a:r>
            <a:endParaRPr sz="4800" dirty="0"/>
          </a:p>
        </p:txBody>
      </p:sp>
      <p:sp>
        <p:nvSpPr>
          <p:cNvPr id="4" name="object 4"/>
          <p:cNvSpPr txBox="1"/>
          <p:nvPr/>
        </p:nvSpPr>
        <p:spPr>
          <a:xfrm>
            <a:off x="591819" y="972565"/>
            <a:ext cx="627570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330" marR="5080" indent="-342265">
              <a:lnSpc>
                <a:spcPct val="100000"/>
              </a:lnSpc>
              <a:spcBef>
                <a:spcPts val="100"/>
              </a:spcBef>
              <a:tabLst>
                <a:tab pos="353695" algn="l"/>
                <a:tab pos="2224405" algn="l"/>
                <a:tab pos="3921125" algn="l"/>
              </a:tabLst>
            </a:pPr>
            <a:r>
              <a:rPr sz="1900" spc="-180" dirty="0">
                <a:solidFill>
                  <a:srgbClr val="5ECAEE"/>
                </a:solidFill>
                <a:latin typeface="Cambria"/>
                <a:cs typeface="Cambria"/>
              </a:rPr>
              <a:t>▶	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Atualmente,	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o</a:t>
            </a:r>
            <a:r>
              <a:rPr sz="2400" spc="-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principal	acesso</a:t>
            </a:r>
            <a:r>
              <a:rPr sz="2400" spc="-6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2400" spc="-4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internet </a:t>
            </a:r>
            <a:r>
              <a:rPr sz="2400" spc="-7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web.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03109" y="999175"/>
            <a:ext cx="26885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85595" algn="l"/>
              </a:tabLst>
            </a:pP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se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dá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por	meio</a:t>
            </a:r>
            <a:r>
              <a:rPr sz="2400" spc="-9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da</a:t>
            </a:r>
            <a:endParaRPr sz="2400" dirty="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91401" y="2292218"/>
            <a:ext cx="4800599" cy="388307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91819" y="1697392"/>
            <a:ext cx="9199880" cy="44525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  <a:tabLst>
                <a:tab pos="360680" algn="l"/>
              </a:tabLst>
            </a:pPr>
            <a:r>
              <a:rPr sz="1900" spc="-180" dirty="0">
                <a:solidFill>
                  <a:srgbClr val="5ECAEE"/>
                </a:solidFill>
                <a:latin typeface="Cambria"/>
                <a:cs typeface="Cambria"/>
              </a:rPr>
              <a:t>▶	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O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termo</a:t>
            </a:r>
            <a:r>
              <a:rPr sz="2400" spc="-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Web</a:t>
            </a:r>
            <a:r>
              <a:rPr sz="2400" spc="-2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é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forma simplificada de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falar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 o</a:t>
            </a:r>
            <a:r>
              <a:rPr sz="2400" spc="-2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World</a:t>
            </a:r>
            <a:r>
              <a:rPr sz="2400" spc="-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Wide 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Web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.</a:t>
            </a:r>
            <a:endParaRPr sz="2400" dirty="0">
              <a:latin typeface="Trebuchet MS"/>
              <a:cs typeface="Trebuchet MS"/>
            </a:endParaRPr>
          </a:p>
          <a:p>
            <a:pPr marL="355600" marR="2488565" indent="-343535" algn="just">
              <a:lnSpc>
                <a:spcPct val="100000"/>
              </a:lnSpc>
              <a:spcBef>
                <a:spcPts val="1850"/>
              </a:spcBef>
            </a:pPr>
            <a:r>
              <a:rPr sz="1900" spc="-180" dirty="0">
                <a:solidFill>
                  <a:srgbClr val="5ECAEE"/>
                </a:solidFill>
                <a:latin typeface="Cambria"/>
                <a:cs typeface="Cambria"/>
              </a:rPr>
              <a:t>▶</a:t>
            </a:r>
            <a:r>
              <a:rPr sz="1900" spc="-175" dirty="0">
                <a:solidFill>
                  <a:srgbClr val="5ECAEE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É</a:t>
            </a:r>
            <a:r>
              <a:rPr sz="2400" spc="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um</a:t>
            </a:r>
            <a:r>
              <a:rPr lang="pt-BR" sz="2400" spc="-10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aplicação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criada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para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permitir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 o </a:t>
            </a:r>
            <a:r>
              <a:rPr sz="2400" spc="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compartilhamento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 de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arquivos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,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na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 qual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 o </a:t>
            </a:r>
            <a:r>
              <a:rPr sz="2400" spc="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acesso</a:t>
            </a:r>
            <a:r>
              <a:rPr sz="2400" spc="-2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é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por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meio</a:t>
            </a:r>
            <a:r>
              <a:rPr sz="2400" spc="-2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do navegador.</a:t>
            </a:r>
            <a:endParaRPr sz="2400" dirty="0">
              <a:latin typeface="Trebuchet MS"/>
              <a:cs typeface="Trebuchet MS"/>
            </a:endParaRPr>
          </a:p>
          <a:p>
            <a:pPr marL="355600" marR="2492375" indent="-343535">
              <a:lnSpc>
                <a:spcPct val="100000"/>
              </a:lnSpc>
              <a:spcBef>
                <a:spcPts val="1010"/>
              </a:spcBef>
              <a:tabLst>
                <a:tab pos="355600" algn="l"/>
                <a:tab pos="941705" algn="l"/>
                <a:tab pos="1188720" algn="l"/>
                <a:tab pos="1885950" algn="l"/>
                <a:tab pos="2397125" algn="l"/>
                <a:tab pos="3093720" algn="l"/>
                <a:tab pos="3155315" algn="l"/>
                <a:tab pos="3914775" algn="l"/>
                <a:tab pos="4491990" algn="l"/>
                <a:tab pos="4613275" algn="l"/>
                <a:tab pos="5431155" algn="l"/>
                <a:tab pos="5924550" algn="l"/>
                <a:tab pos="6162675" algn="l"/>
              </a:tabLst>
            </a:pPr>
            <a:r>
              <a:rPr sz="1900" spc="-180" dirty="0">
                <a:solidFill>
                  <a:srgbClr val="5ECAEE"/>
                </a:solidFill>
                <a:latin typeface="Cambria"/>
                <a:cs typeface="Cambria"/>
              </a:rPr>
              <a:t>▶	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A 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Web,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cresceu realmente com 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a 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introdução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 do	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NCSA	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Mosaic</a:t>
            </a:r>
            <a:r>
              <a:rPr lang="pt-BR" sz="2400" spc="-5" dirty="0">
                <a:solidFill>
                  <a:srgbClr val="3F3F3F"/>
                </a:solidFill>
                <a:latin typeface="Trebuchet MS"/>
                <a:cs typeface="Trebuchet MS"/>
              </a:rPr>
              <a:t> 93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,</a:t>
            </a:r>
            <a:r>
              <a:rPr lang="pt-BR" sz="2400" spc="-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que</a:t>
            </a:r>
            <a:r>
              <a:rPr lang="pt-BR" sz="2400" spc="-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era		um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navegador 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g</a:t>
            </a:r>
            <a:r>
              <a:rPr sz="2400" spc="5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2400" spc="-15" dirty="0">
                <a:solidFill>
                  <a:srgbClr val="FF0000"/>
                </a:solidFill>
                <a:latin typeface="Trebuchet MS"/>
                <a:cs typeface="Trebuchet MS"/>
              </a:rPr>
              <a:t>á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fi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c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o</a:t>
            </a:r>
            <a:r>
              <a:rPr sz="2400" spc="-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r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o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d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an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d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o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o</a:t>
            </a:r>
            <a:r>
              <a:rPr sz="2400" spc="5" dirty="0">
                <a:solidFill>
                  <a:srgbClr val="3F3F3F"/>
                </a:solidFill>
                <a:latin typeface="Trebuchet MS"/>
                <a:cs typeface="Trebuchet MS"/>
              </a:rPr>
              <a:t>r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i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g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i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na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l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men</a:t>
            </a:r>
            <a:r>
              <a:rPr sz="2400" spc="-15" dirty="0">
                <a:solidFill>
                  <a:srgbClr val="3F3F3F"/>
                </a:solidFill>
                <a:latin typeface="Trebuchet MS"/>
                <a:cs typeface="Trebuchet MS"/>
              </a:rPr>
              <a:t>t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 n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o</a:t>
            </a:r>
            <a:r>
              <a:rPr sz="2400" spc="-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10" dirty="0">
                <a:solidFill>
                  <a:srgbClr val="3F3F3F"/>
                </a:solidFill>
                <a:latin typeface="Trebuchet MS"/>
                <a:cs typeface="Trebuchet MS"/>
              </a:rPr>
              <a:t>U</a:t>
            </a:r>
            <a:r>
              <a:rPr sz="2400" spc="-15" dirty="0">
                <a:solidFill>
                  <a:srgbClr val="3F3F3F"/>
                </a:solidFill>
                <a:latin typeface="Trebuchet MS"/>
                <a:cs typeface="Trebuchet MS"/>
              </a:rPr>
              <a:t>n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i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x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,		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mas  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q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u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e		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de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p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o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is	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f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oi	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po</a:t>
            </a:r>
            <a:r>
              <a:rPr sz="2400" spc="5" dirty="0">
                <a:solidFill>
                  <a:srgbClr val="3F3F3F"/>
                </a:solidFill>
                <a:latin typeface="Trebuchet MS"/>
                <a:cs typeface="Trebuchet MS"/>
              </a:rPr>
              <a:t>r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ta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d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o	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p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ar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a	o	A</a:t>
            </a:r>
            <a:r>
              <a:rPr sz="2400" spc="-20" dirty="0">
                <a:solidFill>
                  <a:srgbClr val="3F3F3F"/>
                </a:solidFill>
                <a:latin typeface="Trebuchet MS"/>
                <a:cs typeface="Trebuchet MS"/>
              </a:rPr>
              <a:t>p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p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le 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Macintosh</a:t>
            </a:r>
            <a:r>
              <a:rPr sz="2400" spc="-2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Microsoft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Windows.</a:t>
            </a:r>
            <a:endParaRPr sz="2400" dirty="0">
              <a:latin typeface="Trebuchet MS"/>
              <a:cs typeface="Trebuchet MS"/>
            </a:endParaRPr>
          </a:p>
          <a:p>
            <a:pPr marL="756285" marR="2607945" indent="-287020">
              <a:lnSpc>
                <a:spcPct val="100000"/>
              </a:lnSpc>
              <a:spcBef>
                <a:spcPts val="1030"/>
              </a:spcBef>
              <a:tabLst>
                <a:tab pos="4344035" algn="l"/>
              </a:tabLst>
            </a:pPr>
            <a:r>
              <a:rPr sz="1600" spc="-165" dirty="0">
                <a:solidFill>
                  <a:srgbClr val="5ECAEE"/>
                </a:solidFill>
                <a:latin typeface="Cambria"/>
                <a:cs typeface="Cambria"/>
              </a:rPr>
              <a:t>▶</a:t>
            </a:r>
            <a:r>
              <a:rPr sz="1600" spc="80" dirty="0">
                <a:solidFill>
                  <a:srgbClr val="5ECAEE"/>
                </a:solidFill>
                <a:latin typeface="Cambria"/>
                <a:cs typeface="Cambria"/>
              </a:rPr>
              <a:t>  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Mas</a:t>
            </a:r>
            <a:r>
              <a:rPr sz="2000" spc="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já</a:t>
            </a:r>
            <a:r>
              <a:rPr sz="2000" spc="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existiam</a:t>
            </a:r>
            <a:r>
              <a:rPr sz="2000" spc="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navegadores,	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mas</a:t>
            </a:r>
            <a:r>
              <a:rPr sz="2000" spc="-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eram</a:t>
            </a:r>
            <a:r>
              <a:rPr sz="2000" spc="-2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em</a:t>
            </a:r>
            <a:r>
              <a:rPr sz="2000" spc="-2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modo </a:t>
            </a:r>
            <a:r>
              <a:rPr sz="2000" spc="-59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texto.</a:t>
            </a:r>
            <a:endParaRPr sz="20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82765" y="507606"/>
            <a:ext cx="7388859" cy="1013460"/>
            <a:chOff x="482765" y="507606"/>
            <a:chExt cx="7388859" cy="10134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2765" y="507606"/>
              <a:ext cx="4350956" cy="101339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31805" y="507606"/>
              <a:ext cx="769683" cy="101339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36363" y="507606"/>
              <a:ext cx="3335045" cy="1013396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55535" y="629907"/>
            <a:ext cx="6866255" cy="575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600" dirty="0"/>
              <a:t>Evolução</a:t>
            </a:r>
            <a:r>
              <a:rPr sz="3600" spc="-15" dirty="0"/>
              <a:t> </a:t>
            </a:r>
            <a:r>
              <a:rPr sz="3600" spc="5" dirty="0"/>
              <a:t>da</a:t>
            </a:r>
            <a:r>
              <a:rPr sz="3600" spc="-15" dirty="0"/>
              <a:t> </a:t>
            </a:r>
            <a:r>
              <a:rPr sz="3600" dirty="0"/>
              <a:t>Web</a:t>
            </a:r>
            <a:r>
              <a:rPr sz="3600" spc="-10" dirty="0"/>
              <a:t> </a:t>
            </a:r>
            <a:r>
              <a:rPr sz="3600" dirty="0"/>
              <a:t>- Padrões</a:t>
            </a:r>
            <a:r>
              <a:rPr sz="3600" spc="-5" dirty="0"/>
              <a:t> </a:t>
            </a:r>
            <a:r>
              <a:rPr sz="3600" spc="5" dirty="0"/>
              <a:t>Web</a:t>
            </a:r>
            <a:endParaRPr sz="3600"/>
          </a:p>
        </p:txBody>
      </p:sp>
      <p:sp>
        <p:nvSpPr>
          <p:cNvPr id="7" name="object 7"/>
          <p:cNvSpPr txBox="1"/>
          <p:nvPr/>
        </p:nvSpPr>
        <p:spPr>
          <a:xfrm>
            <a:off x="844461" y="1711705"/>
            <a:ext cx="8634730" cy="38373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59435" indent="-343535">
              <a:lnSpc>
                <a:spcPct val="10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sz="1900" spc="-180" dirty="0">
                <a:solidFill>
                  <a:srgbClr val="5ECAEE"/>
                </a:solidFill>
                <a:latin typeface="Cambria"/>
                <a:cs typeface="Cambria"/>
              </a:rPr>
              <a:t>▶	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No final da 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década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de 90, 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o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IE 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e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Netscape brigavam pela </a:t>
            </a:r>
            <a:r>
              <a:rPr sz="2400" spc="-7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liderança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do mercado.</a:t>
            </a:r>
            <a:endParaRPr sz="24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1019"/>
              </a:spcBef>
            </a:pPr>
            <a:r>
              <a:rPr sz="1750" spc="-170" dirty="0">
                <a:solidFill>
                  <a:srgbClr val="5ECAEE"/>
                </a:solidFill>
                <a:latin typeface="Cambria"/>
                <a:cs typeface="Cambria"/>
              </a:rPr>
              <a:t>▶</a:t>
            </a:r>
            <a:r>
              <a:rPr sz="1750" spc="110" dirty="0">
                <a:solidFill>
                  <a:srgbClr val="5ECAEE"/>
                </a:solidFill>
                <a:latin typeface="Cambria"/>
                <a:cs typeface="Cambria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Trebuchet MS"/>
                <a:cs typeface="Trebuchet MS"/>
              </a:rPr>
              <a:t>Esse</a:t>
            </a:r>
            <a:r>
              <a:rPr sz="2200" spc="-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período</a:t>
            </a:r>
            <a:r>
              <a:rPr sz="2200" spc="-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ficou</a:t>
            </a:r>
            <a:r>
              <a:rPr sz="2200" spc="-2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conhecido</a:t>
            </a:r>
            <a:r>
              <a:rPr sz="2200" spc="-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como</a:t>
            </a:r>
            <a:r>
              <a:rPr sz="2200" spc="-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Trebuchet MS"/>
                <a:cs typeface="Trebuchet MS"/>
              </a:rPr>
              <a:t>“Guerra</a:t>
            </a:r>
            <a:r>
              <a:rPr sz="2200" spc="-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dos</a:t>
            </a:r>
            <a:r>
              <a:rPr sz="2200" spc="-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Navegadores”.</a:t>
            </a:r>
            <a:endParaRPr sz="2200">
              <a:latin typeface="Trebuchet MS"/>
              <a:cs typeface="Trebuchet MS"/>
            </a:endParaRPr>
          </a:p>
          <a:p>
            <a:pPr marL="927100">
              <a:lnSpc>
                <a:spcPct val="100000"/>
              </a:lnSpc>
              <a:spcBef>
                <a:spcPts val="1019"/>
              </a:spcBef>
            </a:pPr>
            <a:r>
              <a:rPr sz="1600" spc="-165" dirty="0">
                <a:solidFill>
                  <a:srgbClr val="5ECAEE"/>
                </a:solidFill>
                <a:latin typeface="Cambria"/>
                <a:cs typeface="Cambria"/>
              </a:rPr>
              <a:t>▶</a:t>
            </a:r>
            <a:r>
              <a:rPr sz="1600" spc="40" dirty="0">
                <a:solidFill>
                  <a:srgbClr val="5ECAEE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N</a:t>
            </a:r>
            <a:r>
              <a:rPr sz="2000" spc="5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ts</a:t>
            </a:r>
            <a:r>
              <a:rPr sz="2000" spc="5" dirty="0">
                <a:solidFill>
                  <a:srgbClr val="3F3F3F"/>
                </a:solidFill>
                <a:latin typeface="Trebuchet MS"/>
                <a:cs typeface="Trebuchet MS"/>
              </a:rPr>
              <a:t>c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pe</a:t>
            </a:r>
            <a:r>
              <a:rPr sz="2000" spc="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–</a:t>
            </a:r>
            <a:r>
              <a:rPr sz="20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1</a:t>
            </a:r>
            <a:r>
              <a:rPr sz="2000" spc="5" dirty="0">
                <a:solidFill>
                  <a:srgbClr val="3F3F3F"/>
                </a:solidFill>
                <a:latin typeface="Trebuchet MS"/>
                <a:cs typeface="Trebuchet MS"/>
              </a:rPr>
              <a:t>9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94</a:t>
            </a:r>
            <a:endParaRPr sz="2000">
              <a:latin typeface="Trebuchet MS"/>
              <a:cs typeface="Trebuchet MS"/>
            </a:endParaRPr>
          </a:p>
          <a:p>
            <a:pPr marL="927100">
              <a:lnSpc>
                <a:spcPct val="100000"/>
              </a:lnSpc>
              <a:spcBef>
                <a:spcPts val="1000"/>
              </a:spcBef>
            </a:pPr>
            <a:r>
              <a:rPr sz="1600" spc="-165" dirty="0">
                <a:solidFill>
                  <a:srgbClr val="5ECAEE"/>
                </a:solidFill>
                <a:latin typeface="Cambria"/>
                <a:cs typeface="Cambria"/>
              </a:rPr>
              <a:t>▶</a:t>
            </a:r>
            <a:r>
              <a:rPr sz="1600" spc="40" dirty="0">
                <a:solidFill>
                  <a:srgbClr val="5ECAEE"/>
                </a:solidFill>
                <a:latin typeface="Cambria"/>
                <a:cs typeface="Cambria"/>
              </a:rPr>
              <a:t> </a:t>
            </a:r>
            <a:r>
              <a:rPr sz="2000" spc="-10" dirty="0">
                <a:solidFill>
                  <a:srgbClr val="3F3F3F"/>
                </a:solidFill>
                <a:latin typeface="Trebuchet MS"/>
                <a:cs typeface="Trebuchet MS"/>
              </a:rPr>
              <a:t>I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nt</a:t>
            </a:r>
            <a:r>
              <a:rPr sz="2000" spc="5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r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ne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t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 E</a:t>
            </a:r>
            <a:r>
              <a:rPr sz="2000" spc="5" dirty="0">
                <a:solidFill>
                  <a:srgbClr val="3F3F3F"/>
                </a:solidFill>
                <a:latin typeface="Trebuchet MS"/>
                <a:cs typeface="Trebuchet MS"/>
              </a:rPr>
              <a:t>x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pl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or</a:t>
            </a:r>
            <a:r>
              <a:rPr sz="2000" spc="5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r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-</a:t>
            </a:r>
            <a:r>
              <a:rPr sz="20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1</a:t>
            </a:r>
            <a:r>
              <a:rPr sz="2000" spc="5" dirty="0">
                <a:solidFill>
                  <a:srgbClr val="3F3F3F"/>
                </a:solidFill>
                <a:latin typeface="Trebuchet MS"/>
                <a:cs typeface="Trebuchet MS"/>
              </a:rPr>
              <a:t>99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5</a:t>
            </a:r>
            <a:endParaRPr sz="2000">
              <a:latin typeface="Trebuchet MS"/>
              <a:cs typeface="Trebuchet MS"/>
            </a:endParaRPr>
          </a:p>
          <a:p>
            <a:pPr marL="1384300">
              <a:lnSpc>
                <a:spcPct val="100000"/>
              </a:lnSpc>
              <a:spcBef>
                <a:spcPts val="990"/>
              </a:spcBef>
            </a:pPr>
            <a:r>
              <a:rPr sz="1450" spc="-155" dirty="0">
                <a:solidFill>
                  <a:srgbClr val="5ECAEE"/>
                </a:solidFill>
                <a:latin typeface="Cambria"/>
                <a:cs typeface="Cambria"/>
              </a:rPr>
              <a:t>▶</a:t>
            </a:r>
            <a:r>
              <a:rPr sz="1450" spc="-114" dirty="0">
                <a:solidFill>
                  <a:srgbClr val="5ECAEE"/>
                </a:solidFill>
                <a:latin typeface="Cambria"/>
                <a:cs typeface="Cambria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Trebuchet MS"/>
                <a:cs typeface="Trebuchet MS"/>
              </a:rPr>
              <a:t>Windows </a:t>
            </a:r>
            <a:r>
              <a:rPr sz="1800" dirty="0">
                <a:solidFill>
                  <a:srgbClr val="3F3F3F"/>
                </a:solidFill>
                <a:latin typeface="Trebuchet MS"/>
                <a:cs typeface="Trebuchet MS"/>
              </a:rPr>
              <a:t>+</a:t>
            </a:r>
            <a:r>
              <a:rPr sz="1800" spc="-5" dirty="0">
                <a:solidFill>
                  <a:srgbClr val="3F3F3F"/>
                </a:solidFill>
                <a:latin typeface="Trebuchet MS"/>
                <a:cs typeface="Trebuchet MS"/>
              </a:rPr>
              <a:t> IE</a:t>
            </a:r>
            <a:r>
              <a:rPr sz="1800" spc="-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1800" spc="-5" dirty="0">
                <a:solidFill>
                  <a:srgbClr val="3F3F3F"/>
                </a:solidFill>
                <a:latin typeface="Trebuchet MS"/>
                <a:cs typeface="Trebuchet MS"/>
              </a:rPr>
              <a:t>--&gt; </a:t>
            </a:r>
            <a:r>
              <a:rPr sz="1800" spc="-10" dirty="0">
                <a:solidFill>
                  <a:srgbClr val="3F3F3F"/>
                </a:solidFill>
                <a:latin typeface="Trebuchet MS"/>
                <a:cs typeface="Trebuchet MS"/>
              </a:rPr>
              <a:t>Monopólio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Trebuchet MS"/>
              <a:cs typeface="Trebuchet MS"/>
            </a:endParaRPr>
          </a:p>
          <a:p>
            <a:pPr marL="756920" marR="575310" indent="-287655">
              <a:lnSpc>
                <a:spcPct val="100000"/>
              </a:lnSpc>
            </a:pPr>
            <a:r>
              <a:rPr sz="1900" spc="-180" dirty="0">
                <a:solidFill>
                  <a:srgbClr val="5ECAEE"/>
                </a:solidFill>
                <a:latin typeface="Cambria"/>
                <a:cs typeface="Cambria"/>
              </a:rPr>
              <a:t>▶</a:t>
            </a:r>
            <a:r>
              <a:rPr sz="1900" spc="-175" dirty="0">
                <a:solidFill>
                  <a:srgbClr val="5ECAEE"/>
                </a:solidFill>
                <a:latin typeface="Cambria"/>
                <a:cs typeface="Cambria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Tinham sites que funcionavam em um navegador 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ou </a:t>
            </a:r>
            <a:r>
              <a:rPr sz="2400" spc="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então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tinha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versões 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específicas</a:t>
            </a:r>
            <a:r>
              <a:rPr sz="2400" spc="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para cada navegador.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82765" y="507606"/>
            <a:ext cx="7388859" cy="1013460"/>
            <a:chOff x="482765" y="507606"/>
            <a:chExt cx="7388859" cy="10134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2765" y="507606"/>
              <a:ext cx="4350956" cy="101339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31805" y="507606"/>
              <a:ext cx="769683" cy="101339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36363" y="507606"/>
              <a:ext cx="3335045" cy="1013396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55535" y="629907"/>
            <a:ext cx="6866255" cy="575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600" dirty="0"/>
              <a:t>Evolução</a:t>
            </a:r>
            <a:r>
              <a:rPr sz="3600" spc="-15" dirty="0"/>
              <a:t> </a:t>
            </a:r>
            <a:r>
              <a:rPr sz="3600" spc="5" dirty="0"/>
              <a:t>da</a:t>
            </a:r>
            <a:r>
              <a:rPr sz="3600" spc="-15" dirty="0"/>
              <a:t> </a:t>
            </a:r>
            <a:r>
              <a:rPr sz="3600" dirty="0"/>
              <a:t>Web</a:t>
            </a:r>
            <a:r>
              <a:rPr sz="3600" spc="-10" dirty="0"/>
              <a:t> </a:t>
            </a:r>
            <a:r>
              <a:rPr sz="3600" dirty="0"/>
              <a:t>- Padrões</a:t>
            </a:r>
            <a:r>
              <a:rPr sz="3600" spc="-5" dirty="0"/>
              <a:t> </a:t>
            </a:r>
            <a:r>
              <a:rPr sz="3600" spc="5" dirty="0"/>
              <a:t>Web</a:t>
            </a:r>
            <a:endParaRPr sz="3600"/>
          </a:p>
        </p:txBody>
      </p:sp>
      <p:sp>
        <p:nvSpPr>
          <p:cNvPr id="7" name="object 7"/>
          <p:cNvSpPr txBox="1"/>
          <p:nvPr/>
        </p:nvSpPr>
        <p:spPr>
          <a:xfrm>
            <a:off x="619823" y="1507223"/>
            <a:ext cx="60439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sz="1900" spc="-180" dirty="0">
                <a:solidFill>
                  <a:srgbClr val="5ECAEE"/>
                </a:solidFill>
                <a:latin typeface="Cambria"/>
                <a:cs typeface="Cambria"/>
              </a:rPr>
              <a:t>▶	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Em</a:t>
            </a:r>
            <a:r>
              <a:rPr sz="2400" spc="-2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1994,</a:t>
            </a:r>
            <a:r>
              <a:rPr sz="2400" spc="-2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Tim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Berners-Lee</a:t>
            </a:r>
            <a:r>
              <a:rPr sz="2400" spc="-3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fundou</a:t>
            </a:r>
            <a:r>
              <a:rPr sz="2400" spc="-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2400" spc="-2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W3C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.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77023" y="2004022"/>
            <a:ext cx="1960880" cy="695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tabLst>
                <a:tab pos="1307465" algn="l"/>
              </a:tabLst>
            </a:pPr>
            <a:r>
              <a:rPr sz="1750" spc="-170" dirty="0">
                <a:solidFill>
                  <a:srgbClr val="5ECAEE"/>
                </a:solidFill>
                <a:latin typeface="Cambria"/>
                <a:cs typeface="Cambria"/>
              </a:rPr>
              <a:t>▶</a:t>
            </a:r>
            <a:r>
              <a:rPr sz="1750" spc="330" dirty="0">
                <a:solidFill>
                  <a:srgbClr val="5ECAEE"/>
                </a:solidFill>
                <a:latin typeface="Cambria"/>
                <a:cs typeface="Cambria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Trebuchet MS"/>
                <a:cs typeface="Trebuchet MS"/>
              </a:rPr>
              <a:t>World	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Wide </a:t>
            </a:r>
            <a:r>
              <a:rPr sz="2200" spc="-65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3F3F3F"/>
                </a:solidFill>
                <a:latin typeface="Trebuchet MS"/>
                <a:cs typeface="Trebuchet MS"/>
              </a:rPr>
              <a:t>i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n</a:t>
            </a:r>
            <a:r>
              <a:rPr sz="2200" spc="5" dirty="0">
                <a:solidFill>
                  <a:srgbClr val="3F3F3F"/>
                </a:solidFill>
                <a:latin typeface="Trebuchet MS"/>
                <a:cs typeface="Trebuchet MS"/>
              </a:rPr>
              <a:t>t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2200" spc="-10" dirty="0">
                <a:solidFill>
                  <a:srgbClr val="3F3F3F"/>
                </a:solidFill>
                <a:latin typeface="Trebuchet MS"/>
                <a:cs typeface="Trebuchet MS"/>
              </a:rPr>
              <a:t>r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n</a:t>
            </a:r>
            <a:r>
              <a:rPr sz="2200" spc="-10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ci</a:t>
            </a:r>
            <a:r>
              <a:rPr sz="2200" spc="-10" dirty="0">
                <a:solidFill>
                  <a:srgbClr val="3F3F3F"/>
                </a:solidFill>
                <a:latin typeface="Trebuchet MS"/>
                <a:cs typeface="Trebuchet MS"/>
              </a:rPr>
              <a:t>o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n</a:t>
            </a:r>
            <a:r>
              <a:rPr sz="2200" spc="-10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2200" dirty="0">
                <a:solidFill>
                  <a:srgbClr val="3F3F3F"/>
                </a:solidFill>
                <a:latin typeface="Trebuchet MS"/>
                <a:cs typeface="Trebuchet MS"/>
              </a:rPr>
              <a:t>l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79140" y="2002942"/>
            <a:ext cx="24460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260" marR="5080" indent="-36195">
              <a:lnSpc>
                <a:spcPct val="100000"/>
              </a:lnSpc>
              <a:spcBef>
                <a:spcPts val="100"/>
              </a:spcBef>
              <a:tabLst>
                <a:tab pos="804545" algn="l"/>
                <a:tab pos="833755" algn="l"/>
              </a:tabLst>
            </a:pP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Web		</a:t>
            </a:r>
            <a:r>
              <a:rPr sz="2200" spc="-10" dirty="0">
                <a:solidFill>
                  <a:srgbClr val="3F3F3F"/>
                </a:solidFill>
                <a:latin typeface="Trebuchet MS"/>
                <a:cs typeface="Trebuchet MS"/>
              </a:rPr>
              <a:t>Consortium</a:t>
            </a:r>
            <a:r>
              <a:rPr sz="2200" spc="-6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3F3F3F"/>
                </a:solidFill>
                <a:latin typeface="Trebuchet MS"/>
                <a:cs typeface="Trebuchet MS"/>
              </a:rPr>
              <a:t>– </a:t>
            </a:r>
            <a:r>
              <a:rPr sz="2200" spc="-64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que	desenvolve</a:t>
            </a:r>
            <a:endParaRPr sz="2200" dirty="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57024" y="2002942"/>
            <a:ext cx="185991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31165">
              <a:lnSpc>
                <a:spcPct val="100000"/>
              </a:lnSpc>
              <a:spcBef>
                <a:spcPts val="100"/>
              </a:spcBef>
              <a:tabLst>
                <a:tab pos="1033144" algn="l"/>
                <a:tab pos="1289685" algn="l"/>
              </a:tabLst>
            </a:pP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ou	W3C </a:t>
            </a:r>
            <a:r>
              <a:rPr sz="220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Trebuchet MS"/>
                <a:cs typeface="Trebuchet MS"/>
              </a:rPr>
              <a:t>p</a:t>
            </a:r>
            <a:r>
              <a:rPr sz="2200" spc="-10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2200" dirty="0">
                <a:solidFill>
                  <a:srgbClr val="FF0000"/>
                </a:solidFill>
                <a:latin typeface="Trebuchet MS"/>
                <a:cs typeface="Trebuchet MS"/>
              </a:rPr>
              <a:t>d</a:t>
            </a:r>
            <a:r>
              <a:rPr sz="2200" spc="-10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2200" spc="-15" dirty="0">
                <a:solidFill>
                  <a:srgbClr val="FF0000"/>
                </a:solidFill>
                <a:latin typeface="Trebuchet MS"/>
                <a:cs typeface="Trebuchet MS"/>
              </a:rPr>
              <a:t>õ</a:t>
            </a:r>
            <a:r>
              <a:rPr sz="2200" spc="-5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2200" dirty="0">
                <a:solidFill>
                  <a:srgbClr val="FF0000"/>
                </a:solidFill>
                <a:latin typeface="Trebuchet MS"/>
                <a:cs typeface="Trebuchet MS"/>
              </a:rPr>
              <a:t>s</a:t>
            </a:r>
            <a:r>
              <a:rPr sz="2200" dirty="0">
                <a:solidFill>
                  <a:srgbClr val="3F3F3F"/>
                </a:solidFill>
                <a:latin typeface="Trebuchet MS"/>
                <a:cs typeface="Trebuchet MS"/>
              </a:rPr>
              <a:t>		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p</a:t>
            </a:r>
            <a:r>
              <a:rPr sz="2200" spc="-10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2200" dirty="0">
                <a:solidFill>
                  <a:srgbClr val="3F3F3F"/>
                </a:solidFill>
                <a:latin typeface="Trebuchet MS"/>
                <a:cs typeface="Trebuchet MS"/>
              </a:rPr>
              <a:t>ra</a:t>
            </a:r>
            <a:endParaRPr sz="2200" dirty="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16063" y="2002942"/>
            <a:ext cx="192405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4480" marR="5080" indent="-272415">
              <a:lnSpc>
                <a:spcPct val="100000"/>
              </a:lnSpc>
              <a:spcBef>
                <a:spcPts val="100"/>
              </a:spcBef>
              <a:tabLst>
                <a:tab pos="398780" algn="l"/>
                <a:tab pos="1760220" algn="l"/>
              </a:tabLst>
            </a:pPr>
            <a:r>
              <a:rPr sz="2200" dirty="0">
                <a:solidFill>
                  <a:srgbClr val="3F3F3F"/>
                </a:solidFill>
                <a:latin typeface="Trebuchet MS"/>
                <a:cs typeface="Trebuchet MS"/>
              </a:rPr>
              <a:t>–		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co</a:t>
            </a:r>
            <a:r>
              <a:rPr sz="2200" spc="-10" dirty="0">
                <a:solidFill>
                  <a:srgbClr val="3F3F3F"/>
                </a:solidFill>
                <a:latin typeface="Trebuchet MS"/>
                <a:cs typeface="Trebuchet MS"/>
              </a:rPr>
              <a:t>m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un</a:t>
            </a:r>
            <a:r>
              <a:rPr sz="2200" spc="-10" dirty="0">
                <a:solidFill>
                  <a:srgbClr val="3F3F3F"/>
                </a:solidFill>
                <a:latin typeface="Trebuchet MS"/>
                <a:cs typeface="Trebuchet MS"/>
              </a:rPr>
              <a:t>i</a:t>
            </a:r>
            <a:r>
              <a:rPr sz="2200" dirty="0">
                <a:solidFill>
                  <a:srgbClr val="3F3F3F"/>
                </a:solidFill>
                <a:latin typeface="Trebuchet MS"/>
                <a:cs typeface="Trebuchet MS"/>
              </a:rPr>
              <a:t>d</a:t>
            </a:r>
            <a:r>
              <a:rPr sz="2200" spc="-10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d</a:t>
            </a:r>
            <a:r>
              <a:rPr sz="2200" dirty="0">
                <a:solidFill>
                  <a:srgbClr val="3F3F3F"/>
                </a:solidFill>
                <a:latin typeface="Trebuchet MS"/>
                <a:cs typeface="Trebuchet MS"/>
              </a:rPr>
              <a:t>e  </a:t>
            </a:r>
            <a:r>
              <a:rPr sz="2200" spc="-10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s</a:t>
            </a:r>
            <a:r>
              <a:rPr sz="2200" spc="-15" dirty="0">
                <a:solidFill>
                  <a:srgbClr val="3F3F3F"/>
                </a:solidFill>
                <a:latin typeface="Trebuchet MS"/>
                <a:cs typeface="Trebuchet MS"/>
              </a:rPr>
              <a:t>s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2200" spc="5" dirty="0">
                <a:solidFill>
                  <a:srgbClr val="3F3F3F"/>
                </a:solidFill>
                <a:latin typeface="Trebuchet MS"/>
                <a:cs typeface="Trebuchet MS"/>
              </a:rPr>
              <a:t>g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u</a:t>
            </a:r>
            <a:r>
              <a:rPr sz="2200" spc="-10" dirty="0">
                <a:solidFill>
                  <a:srgbClr val="3F3F3F"/>
                </a:solidFill>
                <a:latin typeface="Trebuchet MS"/>
                <a:cs typeface="Trebuchet MS"/>
              </a:rPr>
              <a:t>ra</a:t>
            </a:r>
            <a:r>
              <a:rPr sz="2200" dirty="0">
                <a:solidFill>
                  <a:srgbClr val="3F3F3F"/>
                </a:solidFill>
                <a:latin typeface="Trebuchet MS"/>
                <a:cs typeface="Trebuchet MS"/>
              </a:rPr>
              <a:t>r	o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63941" y="2674696"/>
            <a:ext cx="442976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crescimento</a:t>
            </a:r>
            <a:r>
              <a:rPr sz="2200" spc="-3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da</a:t>
            </a:r>
            <a:r>
              <a:rPr sz="2200" spc="-2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Web</a:t>
            </a:r>
            <a:r>
              <a:rPr sz="2200" spc="-2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2200" spc="-2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longo</a:t>
            </a:r>
            <a:r>
              <a:rPr sz="2200" spc="-2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prazo.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367295" y="3597745"/>
            <a:ext cx="1990089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é</a:t>
            </a:r>
            <a:r>
              <a:rPr sz="2400" spc="-4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um</a:t>
            </a:r>
            <a:r>
              <a:rPr sz="2400" spc="-3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grupo</a:t>
            </a:r>
            <a:r>
              <a:rPr sz="2400" spc="-4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de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9823" y="3597745"/>
            <a:ext cx="7783195" cy="756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  <a:tab pos="1826260" algn="l"/>
                <a:tab pos="3135630" algn="l"/>
                <a:tab pos="4335145" algn="l"/>
                <a:tab pos="5279390" algn="l"/>
                <a:tab pos="6383655" algn="l"/>
              </a:tabLst>
            </a:pPr>
            <a:r>
              <a:rPr sz="1900" spc="-180" dirty="0">
                <a:solidFill>
                  <a:srgbClr val="5ECAEE"/>
                </a:solidFill>
                <a:latin typeface="Cambria"/>
                <a:cs typeface="Cambria"/>
              </a:rPr>
              <a:t>▶	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Em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1998,	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o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WaSP (</a:t>
            </a:r>
            <a:r>
              <a:rPr sz="2400" i="1" spc="-5" dirty="0">
                <a:solidFill>
                  <a:srgbClr val="3F3F3F"/>
                </a:solidFill>
                <a:latin typeface="Trebuchet MS"/>
                <a:cs typeface="Trebuchet MS"/>
              </a:rPr>
              <a:t>Web </a:t>
            </a:r>
            <a:r>
              <a:rPr sz="2400" i="1" spc="-10" dirty="0">
                <a:solidFill>
                  <a:srgbClr val="3F3F3F"/>
                </a:solidFill>
                <a:latin typeface="Trebuchet MS"/>
                <a:cs typeface="Trebuchet MS"/>
              </a:rPr>
              <a:t>Standards </a:t>
            </a:r>
            <a:r>
              <a:rPr sz="2400" i="1" spc="-5" dirty="0">
                <a:solidFill>
                  <a:srgbClr val="3F3F3F"/>
                </a:solidFill>
                <a:latin typeface="Trebuchet MS"/>
                <a:cs typeface="Trebuchet MS"/>
              </a:rPr>
              <a:t>Project 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– </a:t>
            </a:r>
            <a:r>
              <a:rPr sz="2400" spc="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d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ese</a:t>
            </a:r>
            <a:r>
              <a:rPr sz="2400" spc="-15" dirty="0">
                <a:solidFill>
                  <a:srgbClr val="3F3F3F"/>
                </a:solidFill>
                <a:latin typeface="Trebuchet MS"/>
                <a:cs typeface="Trebuchet MS"/>
              </a:rPr>
              <a:t>n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v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o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lv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do</a:t>
            </a:r>
            <a:r>
              <a:rPr sz="2400" spc="5" dirty="0">
                <a:solidFill>
                  <a:srgbClr val="3F3F3F"/>
                </a:solidFill>
                <a:latin typeface="Trebuchet MS"/>
                <a:cs typeface="Trebuchet MS"/>
              </a:rPr>
              <a:t>r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s	w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b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)	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f</a:t>
            </a:r>
            <a:r>
              <a:rPr sz="2400" spc="5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z	</a:t>
            </a:r>
            <a:r>
              <a:rPr sz="2400" spc="-15" dirty="0">
                <a:solidFill>
                  <a:srgbClr val="3F3F3F"/>
                </a:solidFill>
                <a:latin typeface="Trebuchet MS"/>
                <a:cs typeface="Trebuchet MS"/>
              </a:rPr>
              <a:t>u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ma	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cam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p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anha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904134" y="3962425"/>
            <a:ext cx="6343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p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2400" spc="5" dirty="0">
                <a:solidFill>
                  <a:srgbClr val="3F3F3F"/>
                </a:solidFill>
                <a:latin typeface="Trebuchet MS"/>
                <a:cs typeface="Trebuchet MS"/>
              </a:rPr>
              <a:t>r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62545" y="4329264"/>
            <a:ext cx="8364220" cy="1557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implementações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de padrões que funcionassem em diferentes </a:t>
            </a:r>
            <a:r>
              <a:rPr sz="2400" spc="-7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navegadores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.</a:t>
            </a:r>
            <a:endParaRPr sz="2400" dirty="0">
              <a:latin typeface="Trebuchet MS"/>
              <a:cs typeface="Trebuchet MS"/>
            </a:endParaRPr>
          </a:p>
          <a:p>
            <a:pPr marL="414020" marR="19050" indent="-287020">
              <a:lnSpc>
                <a:spcPct val="100000"/>
              </a:lnSpc>
              <a:spcBef>
                <a:spcPts val="1019"/>
              </a:spcBef>
            </a:pPr>
            <a:r>
              <a:rPr sz="1750" spc="-170" dirty="0">
                <a:solidFill>
                  <a:srgbClr val="5ECAEE"/>
                </a:solidFill>
                <a:latin typeface="Cambria"/>
                <a:cs typeface="Cambria"/>
              </a:rPr>
              <a:t>▶</a:t>
            </a:r>
            <a:r>
              <a:rPr sz="1750" spc="-165" dirty="0">
                <a:solidFill>
                  <a:srgbClr val="5ECAEE"/>
                </a:solidFill>
                <a:latin typeface="Cambria"/>
                <a:cs typeface="Cambria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Para isso incentivaram </a:t>
            </a:r>
            <a:r>
              <a:rPr sz="2200" spc="-10" dirty="0">
                <a:solidFill>
                  <a:srgbClr val="3F3F3F"/>
                </a:solidFill>
                <a:latin typeface="Trebuchet MS"/>
                <a:cs typeface="Trebuchet MS"/>
              </a:rPr>
              <a:t>empresas </a:t>
            </a:r>
            <a:r>
              <a:rPr sz="2200" dirty="0">
                <a:solidFill>
                  <a:srgbClr val="3F3F3F"/>
                </a:solidFill>
                <a:latin typeface="Trebuchet MS"/>
                <a:cs typeface="Trebuchet MS"/>
              </a:rPr>
              <a:t>a 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desenvolverem utilizando os </a:t>
            </a:r>
            <a:r>
              <a:rPr sz="2200" spc="-65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padrões</a:t>
            </a:r>
            <a:r>
              <a:rPr sz="2200" spc="-2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recomendados</a:t>
            </a:r>
            <a:r>
              <a:rPr sz="22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pela</a:t>
            </a:r>
            <a:r>
              <a:rPr sz="22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W3C.</a:t>
            </a:r>
            <a:endParaRPr sz="22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82765" y="507606"/>
            <a:ext cx="7388859" cy="1013460"/>
            <a:chOff x="482765" y="507606"/>
            <a:chExt cx="7388859" cy="10134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2765" y="507606"/>
              <a:ext cx="4350956" cy="101339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31805" y="507606"/>
              <a:ext cx="769683" cy="101339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36363" y="507606"/>
              <a:ext cx="3335045" cy="1013396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55535" y="629907"/>
            <a:ext cx="6866255" cy="575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600" dirty="0"/>
              <a:t>Evolução</a:t>
            </a:r>
            <a:r>
              <a:rPr sz="3600" spc="-15" dirty="0"/>
              <a:t> </a:t>
            </a:r>
            <a:r>
              <a:rPr sz="3600" spc="5" dirty="0"/>
              <a:t>da</a:t>
            </a:r>
            <a:r>
              <a:rPr sz="3600" spc="-15" dirty="0"/>
              <a:t> </a:t>
            </a:r>
            <a:r>
              <a:rPr sz="3600" dirty="0"/>
              <a:t>Web</a:t>
            </a:r>
            <a:r>
              <a:rPr sz="3600" spc="-10" dirty="0"/>
              <a:t> </a:t>
            </a:r>
            <a:r>
              <a:rPr sz="3600" dirty="0"/>
              <a:t>- Padrões</a:t>
            </a:r>
            <a:r>
              <a:rPr sz="3600" spc="-5" dirty="0"/>
              <a:t> </a:t>
            </a:r>
            <a:r>
              <a:rPr sz="3600" spc="5" dirty="0"/>
              <a:t>Web</a:t>
            </a:r>
            <a:endParaRPr sz="3600"/>
          </a:p>
        </p:txBody>
      </p:sp>
      <p:sp>
        <p:nvSpPr>
          <p:cNvPr id="7" name="object 7"/>
          <p:cNvSpPr txBox="1"/>
          <p:nvPr/>
        </p:nvSpPr>
        <p:spPr>
          <a:xfrm>
            <a:off x="1964778" y="1852023"/>
            <a:ext cx="8322222" cy="33185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-66675" algn="ctr">
              <a:lnSpc>
                <a:spcPct val="150100"/>
              </a:lnSpc>
              <a:spcBef>
                <a:spcPts val="90"/>
              </a:spcBef>
            </a:pPr>
            <a:r>
              <a:rPr sz="3600" dirty="0">
                <a:solidFill>
                  <a:srgbClr val="3F3F3F"/>
                </a:solidFill>
                <a:latin typeface="Trebuchet MS"/>
                <a:cs typeface="Trebuchet MS"/>
              </a:rPr>
              <a:t>Os</a:t>
            </a:r>
            <a:r>
              <a:rPr sz="3600" spc="-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3600" dirty="0">
                <a:solidFill>
                  <a:srgbClr val="FF0000"/>
                </a:solidFill>
                <a:latin typeface="Trebuchet MS"/>
                <a:cs typeface="Trebuchet MS"/>
              </a:rPr>
              <a:t>padrões</a:t>
            </a:r>
            <a:r>
              <a:rPr sz="3600" dirty="0">
                <a:solidFill>
                  <a:srgbClr val="3F3F3F"/>
                </a:solidFill>
                <a:latin typeface="Trebuchet MS"/>
                <a:cs typeface="Trebuchet MS"/>
              </a:rPr>
              <a:t> permitem</a:t>
            </a:r>
            <a:r>
              <a:rPr sz="3600" spc="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3600" dirty="0">
                <a:solidFill>
                  <a:srgbClr val="3F3F3F"/>
                </a:solidFill>
                <a:latin typeface="Trebuchet MS"/>
                <a:cs typeface="Trebuchet MS"/>
              </a:rPr>
              <a:t>que </a:t>
            </a:r>
            <a:r>
              <a:rPr sz="3600" spc="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3600" dirty="0">
                <a:solidFill>
                  <a:srgbClr val="FF0000"/>
                </a:solidFill>
                <a:latin typeface="Trebuchet MS"/>
                <a:cs typeface="Trebuchet MS"/>
              </a:rPr>
              <a:t>independente </a:t>
            </a:r>
            <a:r>
              <a:rPr sz="3600" spc="5" dirty="0">
                <a:solidFill>
                  <a:srgbClr val="FF0000"/>
                </a:solidFill>
                <a:latin typeface="Trebuchet MS"/>
                <a:cs typeface="Trebuchet MS"/>
              </a:rPr>
              <a:t>do </a:t>
            </a:r>
            <a:r>
              <a:rPr sz="3600" dirty="0">
                <a:solidFill>
                  <a:srgbClr val="FF0000"/>
                </a:solidFill>
                <a:latin typeface="Trebuchet MS"/>
                <a:cs typeface="Trebuchet MS"/>
              </a:rPr>
              <a:t>navegador</a:t>
            </a:r>
            <a:r>
              <a:rPr sz="3600" dirty="0">
                <a:solidFill>
                  <a:srgbClr val="3F3F3F"/>
                </a:solidFill>
                <a:latin typeface="Trebuchet MS"/>
                <a:cs typeface="Trebuchet MS"/>
              </a:rPr>
              <a:t>, </a:t>
            </a:r>
            <a:r>
              <a:rPr sz="3600" spc="5" dirty="0">
                <a:solidFill>
                  <a:srgbClr val="3F3F3F"/>
                </a:solidFill>
                <a:latin typeface="Trebuchet MS"/>
                <a:cs typeface="Trebuchet MS"/>
              </a:rPr>
              <a:t>o </a:t>
            </a:r>
            <a:r>
              <a:rPr sz="3600" spc="-107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3600" dirty="0">
                <a:solidFill>
                  <a:srgbClr val="FF0000"/>
                </a:solidFill>
                <a:latin typeface="Trebuchet MS"/>
                <a:cs typeface="Trebuchet MS"/>
              </a:rPr>
              <a:t>desenvolvimento</a:t>
            </a:r>
            <a:r>
              <a:rPr sz="360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3600" dirty="0">
                <a:solidFill>
                  <a:srgbClr val="FF0000"/>
                </a:solidFill>
                <a:latin typeface="Trebuchet MS"/>
                <a:cs typeface="Trebuchet MS"/>
              </a:rPr>
              <a:t>seja </a:t>
            </a:r>
            <a:r>
              <a:rPr sz="3600" spc="-5" dirty="0">
                <a:solidFill>
                  <a:srgbClr val="FF0000"/>
                </a:solidFill>
                <a:latin typeface="Trebuchet MS"/>
                <a:cs typeface="Trebuchet MS"/>
              </a:rPr>
              <a:t>efetivo </a:t>
            </a:r>
            <a:r>
              <a:rPr sz="36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600" dirty="0">
                <a:solidFill>
                  <a:srgbClr val="3F3F3F"/>
                </a:solidFill>
                <a:latin typeface="Trebuchet MS"/>
                <a:cs typeface="Trebuchet MS"/>
              </a:rPr>
              <a:t>para</a:t>
            </a:r>
            <a:r>
              <a:rPr sz="3600" spc="-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3600" dirty="0">
                <a:solidFill>
                  <a:srgbClr val="3F3F3F"/>
                </a:solidFill>
                <a:latin typeface="Trebuchet MS"/>
                <a:cs typeface="Trebuchet MS"/>
              </a:rPr>
              <a:t>qualquer navegador.</a:t>
            </a:r>
            <a:endParaRPr sz="36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82765" y="507606"/>
            <a:ext cx="7388859" cy="1013460"/>
            <a:chOff x="482765" y="507606"/>
            <a:chExt cx="7388859" cy="10134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2765" y="507606"/>
              <a:ext cx="4350956" cy="101339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31805" y="507606"/>
              <a:ext cx="769683" cy="101339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36363" y="507606"/>
              <a:ext cx="3335045" cy="1013396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55535" y="629907"/>
            <a:ext cx="6866255" cy="575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600" dirty="0"/>
              <a:t>Evolução</a:t>
            </a:r>
            <a:r>
              <a:rPr sz="3600" spc="-15" dirty="0"/>
              <a:t> </a:t>
            </a:r>
            <a:r>
              <a:rPr sz="3600" spc="5" dirty="0"/>
              <a:t>da</a:t>
            </a:r>
            <a:r>
              <a:rPr sz="3600" spc="-15" dirty="0"/>
              <a:t> </a:t>
            </a:r>
            <a:r>
              <a:rPr sz="3600" dirty="0"/>
              <a:t>Web</a:t>
            </a:r>
            <a:r>
              <a:rPr sz="3600" spc="-10" dirty="0"/>
              <a:t> </a:t>
            </a:r>
            <a:r>
              <a:rPr sz="3600" dirty="0"/>
              <a:t>- Padrões</a:t>
            </a:r>
            <a:r>
              <a:rPr sz="3600" spc="-5" dirty="0"/>
              <a:t> </a:t>
            </a:r>
            <a:r>
              <a:rPr sz="3600" spc="5" dirty="0"/>
              <a:t>Web</a:t>
            </a:r>
            <a:endParaRPr sz="3600"/>
          </a:p>
        </p:txBody>
      </p:sp>
      <p:sp>
        <p:nvSpPr>
          <p:cNvPr id="7" name="object 7"/>
          <p:cNvSpPr txBox="1"/>
          <p:nvPr/>
        </p:nvSpPr>
        <p:spPr>
          <a:xfrm>
            <a:off x="877582" y="1708099"/>
            <a:ext cx="8135620" cy="44242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195" dirty="0">
                <a:solidFill>
                  <a:srgbClr val="5ECAEE"/>
                </a:solidFill>
                <a:latin typeface="Cambria"/>
                <a:cs typeface="Cambria"/>
              </a:rPr>
              <a:t>▶</a:t>
            </a:r>
            <a:r>
              <a:rPr sz="2200" spc="-55" dirty="0">
                <a:solidFill>
                  <a:srgbClr val="5ECAEE"/>
                </a:solidFill>
                <a:latin typeface="Cambria"/>
                <a:cs typeface="Cambria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Trebuchet MS"/>
                <a:cs typeface="Trebuchet MS"/>
              </a:rPr>
              <a:t>Porque</a:t>
            </a:r>
            <a:r>
              <a:rPr sz="2800" spc="-2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3F3F3F"/>
                </a:solidFill>
                <a:latin typeface="Trebuchet MS"/>
                <a:cs typeface="Trebuchet MS"/>
              </a:rPr>
              <a:t>usar</a:t>
            </a:r>
            <a:r>
              <a:rPr sz="2800" spc="-2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Trebuchet MS"/>
                <a:cs typeface="Trebuchet MS"/>
              </a:rPr>
              <a:t>padrões</a:t>
            </a:r>
            <a:r>
              <a:rPr sz="2800" spc="-2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800" spc="-5" dirty="0">
                <a:solidFill>
                  <a:srgbClr val="3F3F3F"/>
                </a:solidFill>
                <a:latin typeface="Trebuchet MS"/>
                <a:cs typeface="Trebuchet MS"/>
              </a:rPr>
              <a:t>Web?</a:t>
            </a:r>
            <a:endParaRPr sz="2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500" dirty="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</a:pPr>
            <a:r>
              <a:rPr sz="2000" spc="-204" dirty="0">
                <a:solidFill>
                  <a:srgbClr val="5ECAEE"/>
                </a:solidFill>
                <a:latin typeface="Cambria"/>
                <a:cs typeface="Cambria"/>
              </a:rPr>
              <a:t>▶</a:t>
            </a:r>
            <a:r>
              <a:rPr sz="2000" spc="55" dirty="0">
                <a:solidFill>
                  <a:srgbClr val="5ECAEE"/>
                </a:solidFill>
                <a:latin typeface="Cambria"/>
                <a:cs typeface="Cambria"/>
              </a:rPr>
              <a:t> </a:t>
            </a:r>
            <a:r>
              <a:rPr sz="2500" spc="-10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2500" spc="-5" dirty="0">
                <a:solidFill>
                  <a:srgbClr val="FF0000"/>
                </a:solidFill>
                <a:latin typeface="Trebuchet MS"/>
                <a:cs typeface="Trebuchet MS"/>
              </a:rPr>
              <a:t>ed</a:t>
            </a:r>
            <a:r>
              <a:rPr sz="2500" spc="-10" dirty="0">
                <a:solidFill>
                  <a:srgbClr val="FF0000"/>
                </a:solidFill>
                <a:latin typeface="Trebuchet MS"/>
                <a:cs typeface="Trebuchet MS"/>
              </a:rPr>
              <a:t>u</a:t>
            </a:r>
            <a:r>
              <a:rPr sz="2500" dirty="0">
                <a:solidFill>
                  <a:srgbClr val="FF0000"/>
                </a:solidFill>
                <a:latin typeface="Trebuchet MS"/>
                <a:cs typeface="Trebuchet MS"/>
              </a:rPr>
              <a:t>z</a:t>
            </a:r>
            <a:r>
              <a:rPr sz="2500" spc="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F3F3F"/>
                </a:solidFill>
                <a:latin typeface="Trebuchet MS"/>
                <a:cs typeface="Trebuchet MS"/>
              </a:rPr>
              <a:t>o </a:t>
            </a:r>
            <a:r>
              <a:rPr sz="2500" spc="-15" dirty="0">
                <a:solidFill>
                  <a:srgbClr val="3F3F3F"/>
                </a:solidFill>
                <a:latin typeface="Trebuchet MS"/>
                <a:cs typeface="Trebuchet MS"/>
              </a:rPr>
              <a:t>t</a:t>
            </a:r>
            <a:r>
              <a:rPr sz="2500" spc="-5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2500" dirty="0">
                <a:solidFill>
                  <a:srgbClr val="3F3F3F"/>
                </a:solidFill>
                <a:latin typeface="Trebuchet MS"/>
                <a:cs typeface="Trebuchet MS"/>
              </a:rPr>
              <a:t>m</a:t>
            </a:r>
            <a:r>
              <a:rPr sz="2500" spc="-5" dirty="0">
                <a:solidFill>
                  <a:srgbClr val="3F3F3F"/>
                </a:solidFill>
                <a:latin typeface="Trebuchet MS"/>
                <a:cs typeface="Trebuchet MS"/>
              </a:rPr>
              <a:t>p</a:t>
            </a:r>
            <a:r>
              <a:rPr sz="2500" dirty="0">
                <a:solidFill>
                  <a:srgbClr val="3F3F3F"/>
                </a:solidFill>
                <a:latin typeface="Trebuchet MS"/>
                <a:cs typeface="Trebuchet MS"/>
              </a:rPr>
              <a:t>o </a:t>
            </a:r>
            <a:r>
              <a:rPr sz="2500" spc="-5" dirty="0">
                <a:solidFill>
                  <a:srgbClr val="3F3F3F"/>
                </a:solidFill>
                <a:latin typeface="Trebuchet MS"/>
                <a:cs typeface="Trebuchet MS"/>
              </a:rPr>
              <a:t>d</a:t>
            </a:r>
            <a:r>
              <a:rPr sz="2500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25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500" spc="-5" dirty="0">
                <a:solidFill>
                  <a:srgbClr val="3F3F3F"/>
                </a:solidFill>
                <a:latin typeface="Trebuchet MS"/>
                <a:cs typeface="Trebuchet MS"/>
              </a:rPr>
              <a:t>des</a:t>
            </a:r>
            <a:r>
              <a:rPr sz="2500" spc="-15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2500" dirty="0">
                <a:solidFill>
                  <a:srgbClr val="3F3F3F"/>
                </a:solidFill>
                <a:latin typeface="Trebuchet MS"/>
                <a:cs typeface="Trebuchet MS"/>
              </a:rPr>
              <a:t>nv</a:t>
            </a:r>
            <a:r>
              <a:rPr sz="2500" spc="-5" dirty="0">
                <a:solidFill>
                  <a:srgbClr val="3F3F3F"/>
                </a:solidFill>
                <a:latin typeface="Trebuchet MS"/>
                <a:cs typeface="Trebuchet MS"/>
              </a:rPr>
              <a:t>o</a:t>
            </a:r>
            <a:r>
              <a:rPr sz="2500" spc="-10" dirty="0">
                <a:solidFill>
                  <a:srgbClr val="3F3F3F"/>
                </a:solidFill>
                <a:latin typeface="Trebuchet MS"/>
                <a:cs typeface="Trebuchet MS"/>
              </a:rPr>
              <a:t>l</a:t>
            </a:r>
            <a:r>
              <a:rPr sz="2500" dirty="0">
                <a:solidFill>
                  <a:srgbClr val="3F3F3F"/>
                </a:solidFill>
                <a:latin typeface="Trebuchet MS"/>
                <a:cs typeface="Trebuchet MS"/>
              </a:rPr>
              <a:t>v</a:t>
            </a:r>
            <a:r>
              <a:rPr sz="2500" spc="-15" dirty="0">
                <a:solidFill>
                  <a:srgbClr val="3F3F3F"/>
                </a:solidFill>
                <a:latin typeface="Trebuchet MS"/>
                <a:cs typeface="Trebuchet MS"/>
              </a:rPr>
              <a:t>i</a:t>
            </a:r>
            <a:r>
              <a:rPr sz="2500" dirty="0">
                <a:solidFill>
                  <a:srgbClr val="3F3F3F"/>
                </a:solidFill>
                <a:latin typeface="Trebuchet MS"/>
                <a:cs typeface="Trebuchet MS"/>
              </a:rPr>
              <a:t>m</a:t>
            </a:r>
            <a:r>
              <a:rPr sz="2500" spc="-15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2500" dirty="0">
                <a:solidFill>
                  <a:srgbClr val="3F3F3F"/>
                </a:solidFill>
                <a:latin typeface="Trebuchet MS"/>
                <a:cs typeface="Trebuchet MS"/>
              </a:rPr>
              <a:t>n</a:t>
            </a:r>
            <a:r>
              <a:rPr sz="2500" spc="-5" dirty="0">
                <a:solidFill>
                  <a:srgbClr val="3F3F3F"/>
                </a:solidFill>
                <a:latin typeface="Trebuchet MS"/>
                <a:cs typeface="Trebuchet MS"/>
              </a:rPr>
              <a:t>to;</a:t>
            </a:r>
            <a:endParaRPr sz="25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250" dirty="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</a:pPr>
            <a:r>
              <a:rPr sz="2000" spc="-204" dirty="0">
                <a:solidFill>
                  <a:srgbClr val="5ECAEE"/>
                </a:solidFill>
                <a:latin typeface="Cambria"/>
                <a:cs typeface="Cambria"/>
              </a:rPr>
              <a:t>▶</a:t>
            </a:r>
            <a:r>
              <a:rPr sz="2000" spc="55" dirty="0">
                <a:solidFill>
                  <a:srgbClr val="5ECAEE"/>
                </a:solidFill>
                <a:latin typeface="Cambria"/>
                <a:cs typeface="Cambria"/>
              </a:rPr>
              <a:t> </a:t>
            </a:r>
            <a:r>
              <a:rPr sz="2500" spc="-15" dirty="0">
                <a:solidFill>
                  <a:srgbClr val="FF0000"/>
                </a:solidFill>
                <a:latin typeface="Trebuchet MS"/>
                <a:cs typeface="Trebuchet MS"/>
              </a:rPr>
              <a:t>F</a:t>
            </a:r>
            <a:r>
              <a:rPr sz="2500" spc="-5" dirty="0">
                <a:solidFill>
                  <a:srgbClr val="FF0000"/>
                </a:solidFill>
                <a:latin typeface="Trebuchet MS"/>
                <a:cs typeface="Trebuchet MS"/>
              </a:rPr>
              <a:t>aci</a:t>
            </a:r>
            <a:r>
              <a:rPr sz="2500" spc="-10" dirty="0">
                <a:solidFill>
                  <a:srgbClr val="FF0000"/>
                </a:solidFill>
                <a:latin typeface="Trebuchet MS"/>
                <a:cs typeface="Trebuchet MS"/>
              </a:rPr>
              <a:t>l</a:t>
            </a:r>
            <a:r>
              <a:rPr sz="2500" spc="-5" dirty="0">
                <a:solidFill>
                  <a:srgbClr val="FF0000"/>
                </a:solidFill>
                <a:latin typeface="Trebuchet MS"/>
                <a:cs typeface="Trebuchet MS"/>
              </a:rPr>
              <a:t>i</a:t>
            </a:r>
            <a:r>
              <a:rPr sz="2500" spc="-15" dirty="0">
                <a:solidFill>
                  <a:srgbClr val="FF0000"/>
                </a:solidFill>
                <a:latin typeface="Trebuchet MS"/>
                <a:cs typeface="Trebuchet MS"/>
              </a:rPr>
              <a:t>t</a:t>
            </a:r>
            <a:r>
              <a:rPr sz="2500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25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F3F3F"/>
                </a:solidFill>
                <a:latin typeface="Trebuchet MS"/>
                <a:cs typeface="Trebuchet MS"/>
              </a:rPr>
              <a:t>a </a:t>
            </a:r>
            <a:r>
              <a:rPr sz="2500" spc="-10" dirty="0">
                <a:solidFill>
                  <a:srgbClr val="3F3F3F"/>
                </a:solidFill>
                <a:latin typeface="Trebuchet MS"/>
                <a:cs typeface="Trebuchet MS"/>
              </a:rPr>
              <a:t>m</a:t>
            </a:r>
            <a:r>
              <a:rPr sz="2500" spc="-5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2500" dirty="0">
                <a:solidFill>
                  <a:srgbClr val="3F3F3F"/>
                </a:solidFill>
                <a:latin typeface="Trebuchet MS"/>
                <a:cs typeface="Trebuchet MS"/>
              </a:rPr>
              <a:t>nu</a:t>
            </a:r>
            <a:r>
              <a:rPr sz="2500" spc="-15" dirty="0">
                <a:solidFill>
                  <a:srgbClr val="3F3F3F"/>
                </a:solidFill>
                <a:latin typeface="Trebuchet MS"/>
                <a:cs typeface="Trebuchet MS"/>
              </a:rPr>
              <a:t>t</a:t>
            </a:r>
            <a:r>
              <a:rPr sz="2500" spc="-5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2500" dirty="0">
                <a:solidFill>
                  <a:srgbClr val="3F3F3F"/>
                </a:solidFill>
                <a:latin typeface="Trebuchet MS"/>
                <a:cs typeface="Trebuchet MS"/>
              </a:rPr>
              <a:t>n</a:t>
            </a:r>
            <a:r>
              <a:rPr sz="2500" spc="-10" dirty="0">
                <a:solidFill>
                  <a:srgbClr val="3F3F3F"/>
                </a:solidFill>
                <a:latin typeface="Trebuchet MS"/>
                <a:cs typeface="Trebuchet MS"/>
              </a:rPr>
              <a:t>ç</a:t>
            </a:r>
            <a:r>
              <a:rPr sz="2500" spc="-5" dirty="0">
                <a:solidFill>
                  <a:srgbClr val="3F3F3F"/>
                </a:solidFill>
                <a:latin typeface="Trebuchet MS"/>
                <a:cs typeface="Trebuchet MS"/>
              </a:rPr>
              <a:t>ã</a:t>
            </a:r>
            <a:r>
              <a:rPr sz="2500" dirty="0">
                <a:solidFill>
                  <a:srgbClr val="3F3F3F"/>
                </a:solidFill>
                <a:latin typeface="Trebuchet MS"/>
                <a:cs typeface="Trebuchet MS"/>
              </a:rPr>
              <a:t>o </a:t>
            </a:r>
            <a:r>
              <a:rPr sz="2500" spc="-5" dirty="0">
                <a:solidFill>
                  <a:srgbClr val="3F3F3F"/>
                </a:solidFill>
                <a:latin typeface="Trebuchet MS"/>
                <a:cs typeface="Trebuchet MS"/>
              </a:rPr>
              <a:t>d</a:t>
            </a:r>
            <a:r>
              <a:rPr sz="2500" spc="5" dirty="0">
                <a:solidFill>
                  <a:srgbClr val="3F3F3F"/>
                </a:solidFill>
                <a:latin typeface="Trebuchet MS"/>
                <a:cs typeface="Trebuchet MS"/>
              </a:rPr>
              <a:t>o</a:t>
            </a:r>
            <a:r>
              <a:rPr sz="2500" dirty="0">
                <a:solidFill>
                  <a:srgbClr val="3F3F3F"/>
                </a:solidFill>
                <a:latin typeface="Trebuchet MS"/>
                <a:cs typeface="Trebuchet MS"/>
              </a:rPr>
              <a:t>s</a:t>
            </a:r>
            <a:r>
              <a:rPr sz="25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500" spc="-5" dirty="0">
                <a:solidFill>
                  <a:srgbClr val="3F3F3F"/>
                </a:solidFill>
                <a:latin typeface="Trebuchet MS"/>
                <a:cs typeface="Trebuchet MS"/>
              </a:rPr>
              <a:t>si</a:t>
            </a:r>
            <a:r>
              <a:rPr sz="2500" spc="-15" dirty="0">
                <a:solidFill>
                  <a:srgbClr val="3F3F3F"/>
                </a:solidFill>
                <a:latin typeface="Trebuchet MS"/>
                <a:cs typeface="Trebuchet MS"/>
              </a:rPr>
              <a:t>t</a:t>
            </a:r>
            <a:r>
              <a:rPr sz="2500" spc="-5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2500" spc="-15" dirty="0">
                <a:solidFill>
                  <a:srgbClr val="3F3F3F"/>
                </a:solidFill>
                <a:latin typeface="Trebuchet MS"/>
                <a:cs typeface="Trebuchet MS"/>
              </a:rPr>
              <a:t>s</a:t>
            </a:r>
            <a:r>
              <a:rPr sz="2500" dirty="0">
                <a:solidFill>
                  <a:srgbClr val="3F3F3F"/>
                </a:solidFill>
                <a:latin typeface="Trebuchet MS"/>
                <a:cs typeface="Trebuchet MS"/>
              </a:rPr>
              <a:t>;</a:t>
            </a:r>
            <a:endParaRPr sz="25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250" dirty="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</a:pPr>
            <a:r>
              <a:rPr sz="2000" spc="-204" dirty="0">
                <a:solidFill>
                  <a:srgbClr val="5ECAEE"/>
                </a:solidFill>
                <a:latin typeface="Cambria"/>
                <a:cs typeface="Cambria"/>
              </a:rPr>
              <a:t>▶</a:t>
            </a:r>
            <a:r>
              <a:rPr sz="2000" spc="55" dirty="0">
                <a:solidFill>
                  <a:srgbClr val="5ECAEE"/>
                </a:solidFill>
                <a:latin typeface="Cambria"/>
                <a:cs typeface="Cambria"/>
              </a:rPr>
              <a:t> </a:t>
            </a:r>
            <a:r>
              <a:rPr sz="2500" spc="-5" dirty="0">
                <a:solidFill>
                  <a:srgbClr val="FF0000"/>
                </a:solidFill>
                <a:latin typeface="Trebuchet MS"/>
                <a:cs typeface="Trebuchet MS"/>
              </a:rPr>
              <a:t>Me</a:t>
            </a:r>
            <a:r>
              <a:rPr sz="2500" spc="-10" dirty="0">
                <a:solidFill>
                  <a:srgbClr val="FF0000"/>
                </a:solidFill>
                <a:latin typeface="Trebuchet MS"/>
                <a:cs typeface="Trebuchet MS"/>
              </a:rPr>
              <a:t>l</a:t>
            </a:r>
            <a:r>
              <a:rPr sz="2500" dirty="0">
                <a:solidFill>
                  <a:srgbClr val="FF0000"/>
                </a:solidFill>
                <a:latin typeface="Trebuchet MS"/>
                <a:cs typeface="Trebuchet MS"/>
              </a:rPr>
              <a:t>h</a:t>
            </a:r>
            <a:r>
              <a:rPr sz="2500" spc="-5" dirty="0">
                <a:solidFill>
                  <a:srgbClr val="FF0000"/>
                </a:solidFill>
                <a:latin typeface="Trebuchet MS"/>
                <a:cs typeface="Trebuchet MS"/>
              </a:rPr>
              <a:t>o</a:t>
            </a:r>
            <a:r>
              <a:rPr sz="2500" spc="5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2500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25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500" spc="-5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2500" dirty="0">
                <a:solidFill>
                  <a:srgbClr val="3F3F3F"/>
                </a:solidFill>
                <a:latin typeface="Trebuchet MS"/>
                <a:cs typeface="Trebuchet MS"/>
              </a:rPr>
              <a:t>s</a:t>
            </a:r>
            <a:r>
              <a:rPr sz="25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500" spc="-5" dirty="0">
                <a:solidFill>
                  <a:srgbClr val="3F3F3F"/>
                </a:solidFill>
                <a:latin typeface="Trebuchet MS"/>
                <a:cs typeface="Trebuchet MS"/>
              </a:rPr>
              <a:t>c</a:t>
            </a:r>
            <a:r>
              <a:rPr sz="2500" spc="-10" dirty="0">
                <a:solidFill>
                  <a:srgbClr val="3F3F3F"/>
                </a:solidFill>
                <a:latin typeface="Trebuchet MS"/>
                <a:cs typeface="Trebuchet MS"/>
              </a:rPr>
              <a:t>l</a:t>
            </a:r>
            <a:r>
              <a:rPr sz="2500" spc="-5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2500" spc="-15" dirty="0">
                <a:solidFill>
                  <a:srgbClr val="3F3F3F"/>
                </a:solidFill>
                <a:latin typeface="Trebuchet MS"/>
                <a:cs typeface="Trebuchet MS"/>
              </a:rPr>
              <a:t>s</a:t>
            </a:r>
            <a:r>
              <a:rPr sz="2500" spc="-5" dirty="0">
                <a:solidFill>
                  <a:srgbClr val="3F3F3F"/>
                </a:solidFill>
                <a:latin typeface="Trebuchet MS"/>
                <a:cs typeface="Trebuchet MS"/>
              </a:rPr>
              <a:t>sifica</a:t>
            </a:r>
            <a:r>
              <a:rPr sz="2500" spc="-10" dirty="0">
                <a:solidFill>
                  <a:srgbClr val="3F3F3F"/>
                </a:solidFill>
                <a:latin typeface="Trebuchet MS"/>
                <a:cs typeface="Trebuchet MS"/>
              </a:rPr>
              <a:t>ç</a:t>
            </a:r>
            <a:r>
              <a:rPr sz="2500" spc="5" dirty="0">
                <a:solidFill>
                  <a:srgbClr val="3F3F3F"/>
                </a:solidFill>
                <a:latin typeface="Trebuchet MS"/>
                <a:cs typeface="Trebuchet MS"/>
              </a:rPr>
              <a:t>õ</a:t>
            </a:r>
            <a:r>
              <a:rPr sz="2500" spc="-15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2500" dirty="0">
                <a:solidFill>
                  <a:srgbClr val="3F3F3F"/>
                </a:solidFill>
                <a:latin typeface="Trebuchet MS"/>
                <a:cs typeface="Trebuchet MS"/>
              </a:rPr>
              <a:t>s </a:t>
            </a:r>
            <a:r>
              <a:rPr sz="2500" spc="-5" dirty="0">
                <a:solidFill>
                  <a:srgbClr val="3F3F3F"/>
                </a:solidFill>
                <a:latin typeface="Trebuchet MS"/>
                <a:cs typeface="Trebuchet MS"/>
              </a:rPr>
              <a:t>do</a:t>
            </a:r>
            <a:r>
              <a:rPr sz="2500" dirty="0">
                <a:solidFill>
                  <a:srgbClr val="3F3F3F"/>
                </a:solidFill>
                <a:latin typeface="Trebuchet MS"/>
                <a:cs typeface="Trebuchet MS"/>
              </a:rPr>
              <a:t>s </a:t>
            </a:r>
            <a:r>
              <a:rPr sz="2500" spc="-10" dirty="0">
                <a:solidFill>
                  <a:srgbClr val="3F3F3F"/>
                </a:solidFill>
                <a:latin typeface="Trebuchet MS"/>
                <a:cs typeface="Trebuchet MS"/>
              </a:rPr>
              <a:t>m</a:t>
            </a:r>
            <a:r>
              <a:rPr sz="2500" spc="-5" dirty="0">
                <a:solidFill>
                  <a:srgbClr val="3F3F3F"/>
                </a:solidFill>
                <a:latin typeface="Trebuchet MS"/>
                <a:cs typeface="Trebuchet MS"/>
              </a:rPr>
              <a:t>ec</a:t>
            </a:r>
            <a:r>
              <a:rPr sz="2500" spc="-15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2500" dirty="0">
                <a:solidFill>
                  <a:srgbClr val="3F3F3F"/>
                </a:solidFill>
                <a:latin typeface="Trebuchet MS"/>
                <a:cs typeface="Trebuchet MS"/>
              </a:rPr>
              <a:t>n</a:t>
            </a:r>
            <a:r>
              <a:rPr sz="2500" spc="-5" dirty="0">
                <a:solidFill>
                  <a:srgbClr val="3F3F3F"/>
                </a:solidFill>
                <a:latin typeface="Trebuchet MS"/>
                <a:cs typeface="Trebuchet MS"/>
              </a:rPr>
              <a:t>is</a:t>
            </a:r>
            <a:r>
              <a:rPr sz="2500" spc="-10" dirty="0">
                <a:solidFill>
                  <a:srgbClr val="3F3F3F"/>
                </a:solidFill>
                <a:latin typeface="Trebuchet MS"/>
                <a:cs typeface="Trebuchet MS"/>
              </a:rPr>
              <a:t>m</a:t>
            </a:r>
            <a:r>
              <a:rPr sz="2500" spc="5" dirty="0">
                <a:solidFill>
                  <a:srgbClr val="3F3F3F"/>
                </a:solidFill>
                <a:latin typeface="Trebuchet MS"/>
                <a:cs typeface="Trebuchet MS"/>
              </a:rPr>
              <a:t>o</a:t>
            </a:r>
            <a:r>
              <a:rPr sz="2500" dirty="0">
                <a:solidFill>
                  <a:srgbClr val="3F3F3F"/>
                </a:solidFill>
                <a:latin typeface="Trebuchet MS"/>
                <a:cs typeface="Trebuchet MS"/>
              </a:rPr>
              <a:t>s</a:t>
            </a:r>
            <a:r>
              <a:rPr sz="25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500" spc="-5" dirty="0">
                <a:solidFill>
                  <a:srgbClr val="3F3F3F"/>
                </a:solidFill>
                <a:latin typeface="Trebuchet MS"/>
                <a:cs typeface="Trebuchet MS"/>
              </a:rPr>
              <a:t>d</a:t>
            </a:r>
            <a:r>
              <a:rPr sz="2500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25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F3F3F"/>
                </a:solidFill>
                <a:latin typeface="Trebuchet MS"/>
                <a:cs typeface="Trebuchet MS"/>
              </a:rPr>
              <a:t>bu</a:t>
            </a:r>
            <a:r>
              <a:rPr sz="2500" spc="-15" dirty="0">
                <a:solidFill>
                  <a:srgbClr val="3F3F3F"/>
                </a:solidFill>
                <a:latin typeface="Trebuchet MS"/>
                <a:cs typeface="Trebuchet MS"/>
              </a:rPr>
              <a:t>s</a:t>
            </a:r>
            <a:r>
              <a:rPr sz="2500" spc="-5" dirty="0">
                <a:solidFill>
                  <a:srgbClr val="3F3F3F"/>
                </a:solidFill>
                <a:latin typeface="Trebuchet MS"/>
                <a:cs typeface="Trebuchet MS"/>
              </a:rPr>
              <a:t>ca</a:t>
            </a:r>
            <a:r>
              <a:rPr sz="2500" dirty="0">
                <a:solidFill>
                  <a:srgbClr val="3F3F3F"/>
                </a:solidFill>
                <a:latin typeface="Trebuchet MS"/>
                <a:cs typeface="Trebuchet MS"/>
              </a:rPr>
              <a:t>;</a:t>
            </a:r>
            <a:endParaRPr sz="25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250" dirty="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</a:pPr>
            <a:r>
              <a:rPr sz="2000" spc="-204" dirty="0">
                <a:solidFill>
                  <a:srgbClr val="5ECAEE"/>
                </a:solidFill>
                <a:latin typeface="Cambria"/>
                <a:cs typeface="Cambria"/>
              </a:rPr>
              <a:t>▶</a:t>
            </a:r>
            <a:r>
              <a:rPr sz="2000" spc="55" dirty="0">
                <a:solidFill>
                  <a:srgbClr val="5ECAEE"/>
                </a:solidFill>
                <a:latin typeface="Cambria"/>
                <a:cs typeface="Cambria"/>
              </a:rPr>
              <a:t> </a:t>
            </a:r>
            <a:r>
              <a:rPr sz="2500" spc="-5" dirty="0" err="1">
                <a:solidFill>
                  <a:srgbClr val="FF0000"/>
                </a:solidFill>
                <a:latin typeface="Trebuchet MS"/>
                <a:cs typeface="Trebuchet MS"/>
              </a:rPr>
              <a:t>Me</a:t>
            </a:r>
            <a:r>
              <a:rPr sz="2500" spc="-10" dirty="0" err="1">
                <a:solidFill>
                  <a:srgbClr val="FF0000"/>
                </a:solidFill>
                <a:latin typeface="Trebuchet MS"/>
                <a:cs typeface="Trebuchet MS"/>
              </a:rPr>
              <a:t>l</a:t>
            </a:r>
            <a:r>
              <a:rPr sz="2500" dirty="0" err="1">
                <a:solidFill>
                  <a:srgbClr val="FF0000"/>
                </a:solidFill>
                <a:latin typeface="Trebuchet MS"/>
                <a:cs typeface="Trebuchet MS"/>
              </a:rPr>
              <a:t>h</a:t>
            </a:r>
            <a:r>
              <a:rPr sz="2500" spc="-5" dirty="0" err="1">
                <a:solidFill>
                  <a:srgbClr val="FF0000"/>
                </a:solidFill>
                <a:latin typeface="Trebuchet MS"/>
                <a:cs typeface="Trebuchet MS"/>
              </a:rPr>
              <a:t>o</a:t>
            </a:r>
            <a:r>
              <a:rPr sz="2500" dirty="0" err="1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lang="pt-BR" sz="2500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2500" dirty="0">
                <a:solidFill>
                  <a:srgbClr val="3F3F3F"/>
                </a:solidFill>
                <a:latin typeface="Trebuchet MS"/>
                <a:cs typeface="Trebuchet MS"/>
              </a:rPr>
              <a:t> a </a:t>
            </a:r>
            <a:r>
              <a:rPr sz="2500" spc="-15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2500" spc="-5" dirty="0">
                <a:solidFill>
                  <a:srgbClr val="3F3F3F"/>
                </a:solidFill>
                <a:latin typeface="Trebuchet MS"/>
                <a:cs typeface="Trebuchet MS"/>
              </a:rPr>
              <a:t>c</a:t>
            </a:r>
            <a:r>
              <a:rPr sz="2500" spc="-15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2500" spc="-5" dirty="0">
                <a:solidFill>
                  <a:srgbClr val="3F3F3F"/>
                </a:solidFill>
                <a:latin typeface="Trebuchet MS"/>
                <a:cs typeface="Trebuchet MS"/>
              </a:rPr>
              <a:t>ssibi</a:t>
            </a:r>
            <a:r>
              <a:rPr sz="2500" spc="-10" dirty="0">
                <a:solidFill>
                  <a:srgbClr val="3F3F3F"/>
                </a:solidFill>
                <a:latin typeface="Trebuchet MS"/>
                <a:cs typeface="Trebuchet MS"/>
              </a:rPr>
              <a:t>l</a:t>
            </a:r>
            <a:r>
              <a:rPr sz="2500" spc="-5" dirty="0">
                <a:solidFill>
                  <a:srgbClr val="3F3F3F"/>
                </a:solidFill>
                <a:latin typeface="Trebuchet MS"/>
                <a:cs typeface="Trebuchet MS"/>
              </a:rPr>
              <a:t>idad</a:t>
            </a:r>
            <a:r>
              <a:rPr sz="2500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25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500" spc="-5" dirty="0">
                <a:solidFill>
                  <a:srgbClr val="3F3F3F"/>
                </a:solidFill>
                <a:latin typeface="Trebuchet MS"/>
                <a:cs typeface="Trebuchet MS"/>
              </a:rPr>
              <a:t>d</a:t>
            </a:r>
            <a:r>
              <a:rPr sz="2500" spc="5" dirty="0">
                <a:solidFill>
                  <a:srgbClr val="3F3F3F"/>
                </a:solidFill>
                <a:latin typeface="Trebuchet MS"/>
                <a:cs typeface="Trebuchet MS"/>
              </a:rPr>
              <a:t>o</a:t>
            </a:r>
            <a:r>
              <a:rPr sz="2500" dirty="0">
                <a:solidFill>
                  <a:srgbClr val="3F3F3F"/>
                </a:solidFill>
                <a:latin typeface="Trebuchet MS"/>
                <a:cs typeface="Trebuchet MS"/>
              </a:rPr>
              <a:t>s</a:t>
            </a:r>
            <a:r>
              <a:rPr sz="25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500" dirty="0">
                <a:solidFill>
                  <a:srgbClr val="3F3F3F"/>
                </a:solidFill>
                <a:latin typeface="Trebuchet MS"/>
                <a:cs typeface="Trebuchet MS"/>
              </a:rPr>
              <a:t>u</a:t>
            </a:r>
            <a:r>
              <a:rPr sz="2500" spc="-5" dirty="0">
                <a:solidFill>
                  <a:srgbClr val="3F3F3F"/>
                </a:solidFill>
                <a:latin typeface="Trebuchet MS"/>
                <a:cs typeface="Trebuchet MS"/>
              </a:rPr>
              <a:t>s</a:t>
            </a:r>
            <a:r>
              <a:rPr sz="2500" dirty="0">
                <a:solidFill>
                  <a:srgbClr val="3F3F3F"/>
                </a:solidFill>
                <a:latin typeface="Trebuchet MS"/>
                <a:cs typeface="Trebuchet MS"/>
              </a:rPr>
              <a:t>u</a:t>
            </a:r>
            <a:r>
              <a:rPr sz="2500" spc="-5" dirty="0">
                <a:solidFill>
                  <a:srgbClr val="3F3F3F"/>
                </a:solidFill>
                <a:latin typeface="Trebuchet MS"/>
                <a:cs typeface="Trebuchet MS"/>
              </a:rPr>
              <a:t>ár</a:t>
            </a:r>
            <a:r>
              <a:rPr sz="2500" spc="-15" dirty="0">
                <a:solidFill>
                  <a:srgbClr val="3F3F3F"/>
                </a:solidFill>
                <a:latin typeface="Trebuchet MS"/>
                <a:cs typeface="Trebuchet MS"/>
              </a:rPr>
              <a:t>i</a:t>
            </a:r>
            <a:r>
              <a:rPr sz="2500" spc="5" dirty="0">
                <a:solidFill>
                  <a:srgbClr val="3F3F3F"/>
                </a:solidFill>
                <a:latin typeface="Trebuchet MS"/>
                <a:cs typeface="Trebuchet MS"/>
              </a:rPr>
              <a:t>o</a:t>
            </a:r>
            <a:r>
              <a:rPr sz="2500" spc="-5" dirty="0">
                <a:solidFill>
                  <a:srgbClr val="3F3F3F"/>
                </a:solidFill>
                <a:latin typeface="Trebuchet MS"/>
                <a:cs typeface="Trebuchet MS"/>
              </a:rPr>
              <a:t>s.</a:t>
            </a:r>
            <a:endParaRPr sz="2500" dirty="0">
              <a:latin typeface="Trebuchet MS"/>
              <a:cs typeface="Trebuchet MS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1750" spc="-170" dirty="0">
                <a:solidFill>
                  <a:srgbClr val="5ECAEE"/>
                </a:solidFill>
                <a:latin typeface="Cambria"/>
                <a:cs typeface="Cambria"/>
              </a:rPr>
              <a:t>▶</a:t>
            </a:r>
            <a:r>
              <a:rPr sz="1750" spc="-135" dirty="0">
                <a:solidFill>
                  <a:srgbClr val="5ECAEE"/>
                </a:solidFill>
                <a:latin typeface="Cambria"/>
                <a:cs typeface="Cambria"/>
              </a:rPr>
              <a:t> </a:t>
            </a:r>
            <a:r>
              <a:rPr sz="2200" dirty="0">
                <a:solidFill>
                  <a:srgbClr val="3F3F3F"/>
                </a:solidFill>
                <a:latin typeface="Trebuchet MS"/>
                <a:cs typeface="Trebuchet MS"/>
              </a:rPr>
              <a:t>S</a:t>
            </a:r>
            <a:r>
              <a:rPr sz="2200" spc="-10" dirty="0">
                <a:solidFill>
                  <a:srgbClr val="3F3F3F"/>
                </a:solidFill>
                <a:latin typeface="Trebuchet MS"/>
                <a:cs typeface="Trebuchet MS"/>
              </a:rPr>
              <a:t>i</a:t>
            </a:r>
            <a:r>
              <a:rPr sz="2200" spc="5" dirty="0">
                <a:solidFill>
                  <a:srgbClr val="3F3F3F"/>
                </a:solidFill>
                <a:latin typeface="Trebuchet MS"/>
                <a:cs typeface="Trebuchet MS"/>
              </a:rPr>
              <a:t>t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2200" dirty="0">
                <a:solidFill>
                  <a:srgbClr val="3F3F3F"/>
                </a:solidFill>
                <a:latin typeface="Trebuchet MS"/>
                <a:cs typeface="Trebuchet MS"/>
              </a:rPr>
              <a:t>s</a:t>
            </a:r>
            <a:r>
              <a:rPr sz="2200" spc="-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ce</a:t>
            </a:r>
            <a:r>
              <a:rPr sz="2200" spc="-10" dirty="0">
                <a:solidFill>
                  <a:srgbClr val="3F3F3F"/>
                </a:solidFill>
                <a:latin typeface="Trebuchet MS"/>
                <a:cs typeface="Trebuchet MS"/>
              </a:rPr>
              <a:t>s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sí</a:t>
            </a:r>
            <a:r>
              <a:rPr sz="2200" dirty="0">
                <a:solidFill>
                  <a:srgbClr val="3F3F3F"/>
                </a:solidFill>
                <a:latin typeface="Trebuchet MS"/>
                <a:cs typeface="Trebuchet MS"/>
              </a:rPr>
              <a:t>v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2200" spc="-10" dirty="0">
                <a:solidFill>
                  <a:srgbClr val="3F3F3F"/>
                </a:solidFill>
                <a:latin typeface="Trebuchet MS"/>
                <a:cs typeface="Trebuchet MS"/>
              </a:rPr>
              <a:t>i</a:t>
            </a:r>
            <a:r>
              <a:rPr sz="2200" dirty="0">
                <a:solidFill>
                  <a:srgbClr val="3F3F3F"/>
                </a:solidFill>
                <a:latin typeface="Trebuchet MS"/>
                <a:cs typeface="Trebuchet MS"/>
              </a:rPr>
              <a:t>s</a:t>
            </a:r>
            <a:r>
              <a:rPr sz="22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p</a:t>
            </a:r>
            <a:r>
              <a:rPr sz="2200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2200" spc="-10" dirty="0">
                <a:solidFill>
                  <a:srgbClr val="3F3F3F"/>
                </a:solidFill>
                <a:latin typeface="Trebuchet MS"/>
                <a:cs typeface="Trebuchet MS"/>
              </a:rPr>
              <a:t>r</a:t>
            </a:r>
            <a:r>
              <a:rPr sz="2200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22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dife</a:t>
            </a:r>
            <a:r>
              <a:rPr sz="2200" dirty="0">
                <a:solidFill>
                  <a:srgbClr val="3F3F3F"/>
                </a:solidFill>
                <a:latin typeface="Trebuchet MS"/>
                <a:cs typeface="Trebuchet MS"/>
              </a:rPr>
              <a:t>r</a:t>
            </a:r>
            <a:r>
              <a:rPr sz="2200" spc="-10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2200" spc="5" dirty="0">
                <a:solidFill>
                  <a:srgbClr val="3F3F3F"/>
                </a:solidFill>
                <a:latin typeface="Trebuchet MS"/>
                <a:cs typeface="Trebuchet MS"/>
              </a:rPr>
              <a:t>n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te</a:t>
            </a:r>
            <a:r>
              <a:rPr sz="2200" dirty="0">
                <a:solidFill>
                  <a:srgbClr val="3F3F3F"/>
                </a:solidFill>
                <a:latin typeface="Trebuchet MS"/>
                <a:cs typeface="Trebuchet MS"/>
              </a:rPr>
              <a:t>s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 g</a:t>
            </a:r>
            <a:r>
              <a:rPr sz="2200" dirty="0">
                <a:solidFill>
                  <a:srgbClr val="3F3F3F"/>
                </a:solidFill>
                <a:latin typeface="Trebuchet MS"/>
                <a:cs typeface="Trebuchet MS"/>
              </a:rPr>
              <a:t>r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upo</a:t>
            </a:r>
            <a:r>
              <a:rPr sz="2200" dirty="0">
                <a:solidFill>
                  <a:srgbClr val="3F3F3F"/>
                </a:solidFill>
                <a:latin typeface="Trebuchet MS"/>
                <a:cs typeface="Trebuchet MS"/>
              </a:rPr>
              <a:t>s</a:t>
            </a:r>
            <a:r>
              <a:rPr sz="2200" spc="-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3F3F3F"/>
                </a:solidFill>
                <a:latin typeface="Trebuchet MS"/>
                <a:cs typeface="Trebuchet MS"/>
              </a:rPr>
              <a:t>de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 usu</a:t>
            </a:r>
            <a:r>
              <a:rPr sz="2200" spc="-10" dirty="0">
                <a:solidFill>
                  <a:srgbClr val="3F3F3F"/>
                </a:solidFill>
                <a:latin typeface="Trebuchet MS"/>
                <a:cs typeface="Trebuchet MS"/>
              </a:rPr>
              <a:t>ári</a:t>
            </a:r>
            <a:r>
              <a:rPr sz="2200" spc="-5" dirty="0">
                <a:solidFill>
                  <a:srgbClr val="3F3F3F"/>
                </a:solidFill>
                <a:latin typeface="Trebuchet MS"/>
                <a:cs typeface="Trebuchet MS"/>
              </a:rPr>
              <a:t>os.</a:t>
            </a:r>
            <a:endParaRPr sz="22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1325" y="459358"/>
            <a:ext cx="5674321" cy="134352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5535" y="626300"/>
            <a:ext cx="49237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" dirty="0"/>
              <a:t>Gerações</a:t>
            </a:r>
            <a:r>
              <a:rPr sz="4800" spc="-50" dirty="0"/>
              <a:t> </a:t>
            </a:r>
            <a:r>
              <a:rPr sz="4800" spc="-5" dirty="0"/>
              <a:t>da</a:t>
            </a:r>
            <a:r>
              <a:rPr sz="4800" spc="-50" dirty="0"/>
              <a:t> </a:t>
            </a:r>
            <a:r>
              <a:rPr sz="4800" spc="-5" dirty="0"/>
              <a:t>Web</a:t>
            </a:r>
            <a:endParaRPr sz="4800"/>
          </a:p>
        </p:txBody>
      </p:sp>
      <p:sp>
        <p:nvSpPr>
          <p:cNvPr id="4" name="object 4"/>
          <p:cNvSpPr txBox="1"/>
          <p:nvPr/>
        </p:nvSpPr>
        <p:spPr>
          <a:xfrm>
            <a:off x="619823" y="1736178"/>
            <a:ext cx="5572760" cy="89408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54965" marR="5080" indent="-342900">
              <a:lnSpc>
                <a:spcPts val="3240"/>
              </a:lnSpc>
              <a:spcBef>
                <a:spcPts val="505"/>
              </a:spcBef>
              <a:tabLst>
                <a:tab pos="840105" algn="l"/>
                <a:tab pos="2005964" algn="l"/>
                <a:tab pos="3460115" algn="l"/>
              </a:tabLst>
            </a:pPr>
            <a:r>
              <a:rPr sz="2400" spc="-245" dirty="0">
                <a:solidFill>
                  <a:srgbClr val="5ECAEE"/>
                </a:solidFill>
                <a:latin typeface="Cambria"/>
                <a:cs typeface="Cambria"/>
              </a:rPr>
              <a:t>▶</a:t>
            </a:r>
            <a:r>
              <a:rPr sz="2400" spc="55" dirty="0">
                <a:solidFill>
                  <a:srgbClr val="5ECAEE"/>
                </a:solidFill>
                <a:latin typeface="Cambria"/>
                <a:cs typeface="Cambria"/>
              </a:rPr>
              <a:t> </a:t>
            </a:r>
            <a:r>
              <a:rPr sz="3000" dirty="0">
                <a:solidFill>
                  <a:srgbClr val="3F3F3F"/>
                </a:solidFill>
                <a:latin typeface="Trebuchet MS"/>
                <a:cs typeface="Trebuchet MS"/>
              </a:rPr>
              <a:t>É	</a:t>
            </a:r>
            <a:r>
              <a:rPr sz="3000" spc="-5" dirty="0">
                <a:solidFill>
                  <a:srgbClr val="3F3F3F"/>
                </a:solidFill>
                <a:latin typeface="Trebuchet MS"/>
                <a:cs typeface="Trebuchet MS"/>
              </a:rPr>
              <a:t>us</a:t>
            </a:r>
            <a:r>
              <a:rPr sz="3000" spc="5" dirty="0">
                <a:solidFill>
                  <a:srgbClr val="3F3F3F"/>
                </a:solidFill>
                <a:latin typeface="Trebuchet MS"/>
                <a:cs typeface="Trebuchet MS"/>
              </a:rPr>
              <a:t>u</a:t>
            </a:r>
            <a:r>
              <a:rPr sz="3000" spc="-10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3000" dirty="0">
                <a:solidFill>
                  <a:srgbClr val="3F3F3F"/>
                </a:solidFill>
                <a:latin typeface="Trebuchet MS"/>
                <a:cs typeface="Trebuchet MS"/>
              </a:rPr>
              <a:t>l	</a:t>
            </a:r>
            <a:r>
              <a:rPr sz="3000" spc="-15" dirty="0">
                <a:solidFill>
                  <a:srgbClr val="3F3F3F"/>
                </a:solidFill>
                <a:latin typeface="Trebuchet MS"/>
                <a:cs typeface="Trebuchet MS"/>
              </a:rPr>
              <a:t>d</a:t>
            </a:r>
            <a:r>
              <a:rPr sz="3000" dirty="0">
                <a:solidFill>
                  <a:srgbClr val="3F3F3F"/>
                </a:solidFill>
                <a:latin typeface="Trebuchet MS"/>
                <a:cs typeface="Trebuchet MS"/>
              </a:rPr>
              <a:t>i</a:t>
            </a:r>
            <a:r>
              <a:rPr sz="3000" spc="-10" dirty="0">
                <a:solidFill>
                  <a:srgbClr val="3F3F3F"/>
                </a:solidFill>
                <a:latin typeface="Trebuchet MS"/>
                <a:cs typeface="Trebuchet MS"/>
              </a:rPr>
              <a:t>vi</a:t>
            </a:r>
            <a:r>
              <a:rPr sz="3000" spc="-5" dirty="0">
                <a:solidFill>
                  <a:srgbClr val="3F3F3F"/>
                </a:solidFill>
                <a:latin typeface="Trebuchet MS"/>
                <a:cs typeface="Trebuchet MS"/>
              </a:rPr>
              <a:t>d</a:t>
            </a:r>
            <a:r>
              <a:rPr sz="3000" spc="-10" dirty="0">
                <a:solidFill>
                  <a:srgbClr val="3F3F3F"/>
                </a:solidFill>
                <a:latin typeface="Trebuchet MS"/>
                <a:cs typeface="Trebuchet MS"/>
              </a:rPr>
              <a:t>i</a:t>
            </a:r>
            <a:r>
              <a:rPr sz="3000" dirty="0">
                <a:solidFill>
                  <a:srgbClr val="3F3F3F"/>
                </a:solidFill>
                <a:latin typeface="Trebuchet MS"/>
                <a:cs typeface="Trebuchet MS"/>
              </a:rPr>
              <a:t>r,	</a:t>
            </a:r>
            <a:r>
              <a:rPr sz="3000" spc="-10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3000" spc="-5" dirty="0">
                <a:solidFill>
                  <a:srgbClr val="3F3F3F"/>
                </a:solidFill>
                <a:latin typeface="Trebuchet MS"/>
                <a:cs typeface="Trebuchet MS"/>
              </a:rPr>
              <a:t>tu</a:t>
            </a:r>
            <a:r>
              <a:rPr sz="3000" spc="-10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3000" dirty="0">
                <a:solidFill>
                  <a:srgbClr val="3F3F3F"/>
                </a:solidFill>
                <a:latin typeface="Trebuchet MS"/>
                <a:cs typeface="Trebuchet MS"/>
              </a:rPr>
              <a:t>l</a:t>
            </a:r>
            <a:r>
              <a:rPr sz="3000" spc="5" dirty="0">
                <a:solidFill>
                  <a:srgbClr val="3F3F3F"/>
                </a:solidFill>
                <a:latin typeface="Trebuchet MS"/>
                <a:cs typeface="Trebuchet MS"/>
              </a:rPr>
              <a:t>m</a:t>
            </a:r>
            <a:r>
              <a:rPr sz="3000" spc="-10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3000" spc="-5" dirty="0">
                <a:solidFill>
                  <a:srgbClr val="3F3F3F"/>
                </a:solidFill>
                <a:latin typeface="Trebuchet MS"/>
                <a:cs typeface="Trebuchet MS"/>
              </a:rPr>
              <a:t>nt</a:t>
            </a:r>
            <a:r>
              <a:rPr sz="3000" spc="-10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3000" dirty="0">
                <a:solidFill>
                  <a:srgbClr val="3F3F3F"/>
                </a:solidFill>
                <a:latin typeface="Trebuchet MS"/>
                <a:cs typeface="Trebuchet MS"/>
              </a:rPr>
              <a:t>,  </a:t>
            </a:r>
            <a:r>
              <a:rPr sz="3000" spc="-10" dirty="0">
                <a:solidFill>
                  <a:srgbClr val="3F3F3F"/>
                </a:solidFill>
                <a:latin typeface="Trebuchet MS"/>
                <a:cs typeface="Trebuchet MS"/>
              </a:rPr>
              <a:t>gerações.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50380" y="1736178"/>
            <a:ext cx="27933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94665" algn="l"/>
                <a:tab pos="1482725" algn="l"/>
              </a:tabLst>
            </a:pPr>
            <a:r>
              <a:rPr sz="3000" dirty="0">
                <a:solidFill>
                  <a:srgbClr val="3F3F3F"/>
                </a:solidFill>
                <a:latin typeface="Trebuchet MS"/>
                <a:cs typeface="Trebuchet MS"/>
              </a:rPr>
              <a:t>a	</a:t>
            </a:r>
            <a:r>
              <a:rPr sz="3000" spc="-5" dirty="0">
                <a:solidFill>
                  <a:srgbClr val="3F3F3F"/>
                </a:solidFill>
                <a:latin typeface="Trebuchet MS"/>
                <a:cs typeface="Trebuchet MS"/>
              </a:rPr>
              <a:t>web	em</a:t>
            </a:r>
            <a:r>
              <a:rPr sz="3000" spc="-8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3000" spc="-10" dirty="0">
                <a:solidFill>
                  <a:srgbClr val="3F3F3F"/>
                </a:solidFill>
                <a:latin typeface="Trebuchet MS"/>
                <a:cs typeface="Trebuchet MS"/>
              </a:rPr>
              <a:t>três</a:t>
            </a:r>
            <a:endParaRPr sz="30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9823" y="3074575"/>
            <a:ext cx="8785225" cy="1439545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sz="2400" spc="-245" dirty="0">
                <a:solidFill>
                  <a:srgbClr val="5ECAEE"/>
                </a:solidFill>
                <a:latin typeface="Cambria"/>
                <a:cs typeface="Cambria"/>
              </a:rPr>
              <a:t>▶</a:t>
            </a:r>
            <a:r>
              <a:rPr sz="2400" spc="55" dirty="0">
                <a:solidFill>
                  <a:srgbClr val="5ECAEE"/>
                </a:solidFill>
                <a:latin typeface="Cambria"/>
                <a:cs typeface="Cambria"/>
              </a:rPr>
              <a:t> </a:t>
            </a:r>
            <a:r>
              <a:rPr sz="3000" spc="-5" dirty="0">
                <a:solidFill>
                  <a:srgbClr val="3F3F3F"/>
                </a:solidFill>
                <a:latin typeface="Trebuchet MS"/>
                <a:cs typeface="Trebuchet MS"/>
              </a:rPr>
              <a:t>1</a:t>
            </a:r>
            <a:r>
              <a:rPr sz="3000" dirty="0">
                <a:solidFill>
                  <a:srgbClr val="3F3F3F"/>
                </a:solidFill>
                <a:latin typeface="Trebuchet MS"/>
                <a:cs typeface="Trebuchet MS"/>
              </a:rPr>
              <a:t>ª</a:t>
            </a:r>
            <a:r>
              <a:rPr sz="30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3000" spc="-5" dirty="0">
                <a:solidFill>
                  <a:srgbClr val="3F3F3F"/>
                </a:solidFill>
                <a:latin typeface="Trebuchet MS"/>
                <a:cs typeface="Trebuchet MS"/>
              </a:rPr>
              <a:t>G</a:t>
            </a:r>
            <a:r>
              <a:rPr sz="3000" spc="-10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3000" dirty="0">
                <a:solidFill>
                  <a:srgbClr val="3F3F3F"/>
                </a:solidFill>
                <a:latin typeface="Trebuchet MS"/>
                <a:cs typeface="Trebuchet MS"/>
              </a:rPr>
              <a:t>r</a:t>
            </a:r>
            <a:r>
              <a:rPr sz="3000" spc="-10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3000" dirty="0">
                <a:solidFill>
                  <a:srgbClr val="3F3F3F"/>
                </a:solidFill>
                <a:latin typeface="Trebuchet MS"/>
                <a:cs typeface="Trebuchet MS"/>
              </a:rPr>
              <a:t>ç</a:t>
            </a:r>
            <a:r>
              <a:rPr sz="3000" spc="-10" dirty="0">
                <a:solidFill>
                  <a:srgbClr val="3F3F3F"/>
                </a:solidFill>
                <a:latin typeface="Trebuchet MS"/>
                <a:cs typeface="Trebuchet MS"/>
              </a:rPr>
              <a:t>ã</a:t>
            </a:r>
            <a:r>
              <a:rPr sz="3000" dirty="0">
                <a:solidFill>
                  <a:srgbClr val="3F3F3F"/>
                </a:solidFill>
                <a:latin typeface="Trebuchet MS"/>
                <a:cs typeface="Trebuchet MS"/>
              </a:rPr>
              <a:t>o</a:t>
            </a:r>
            <a:r>
              <a:rPr sz="30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3000" spc="-15" dirty="0">
                <a:solidFill>
                  <a:srgbClr val="3F3F3F"/>
                </a:solidFill>
                <a:latin typeface="Trebuchet MS"/>
                <a:cs typeface="Trebuchet MS"/>
              </a:rPr>
              <a:t>o</a:t>
            </a:r>
            <a:r>
              <a:rPr sz="3000" dirty="0">
                <a:solidFill>
                  <a:srgbClr val="3F3F3F"/>
                </a:solidFill>
                <a:latin typeface="Trebuchet MS"/>
                <a:cs typeface="Trebuchet MS"/>
              </a:rPr>
              <a:t>u </a:t>
            </a:r>
            <a:r>
              <a:rPr sz="3000" spc="-5" dirty="0">
                <a:solidFill>
                  <a:srgbClr val="3F3F3F"/>
                </a:solidFill>
                <a:latin typeface="Trebuchet MS"/>
                <a:cs typeface="Trebuchet MS"/>
              </a:rPr>
              <a:t>W</a:t>
            </a:r>
            <a:r>
              <a:rPr sz="3000" spc="-10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3000" dirty="0">
                <a:solidFill>
                  <a:srgbClr val="3F3F3F"/>
                </a:solidFill>
                <a:latin typeface="Trebuchet MS"/>
                <a:cs typeface="Trebuchet MS"/>
              </a:rPr>
              <a:t>b</a:t>
            </a:r>
            <a:r>
              <a:rPr sz="3000" spc="-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3F3F3F"/>
                </a:solidFill>
                <a:latin typeface="Trebuchet MS"/>
                <a:cs typeface="Trebuchet MS"/>
              </a:rPr>
              <a:t>1</a:t>
            </a:r>
            <a:r>
              <a:rPr sz="3000" spc="-5" dirty="0">
                <a:solidFill>
                  <a:srgbClr val="3F3F3F"/>
                </a:solidFill>
                <a:latin typeface="Trebuchet MS"/>
                <a:cs typeface="Trebuchet MS"/>
              </a:rPr>
              <a:t>.0</a:t>
            </a:r>
            <a:endParaRPr sz="3000" dirty="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790"/>
              </a:spcBef>
            </a:pPr>
            <a:r>
              <a:rPr sz="1600" spc="-165" dirty="0">
                <a:solidFill>
                  <a:srgbClr val="5ECAEE"/>
                </a:solidFill>
                <a:latin typeface="Cambria"/>
                <a:cs typeface="Cambria"/>
              </a:rPr>
              <a:t>▶</a:t>
            </a:r>
            <a:r>
              <a:rPr sz="1600" spc="125" dirty="0">
                <a:solidFill>
                  <a:srgbClr val="5ECAEE"/>
                </a:solidFill>
                <a:latin typeface="Cambria"/>
                <a:cs typeface="Cambria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Surgiu em 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meados</a:t>
            </a:r>
            <a:r>
              <a:rPr sz="20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da</a:t>
            </a:r>
            <a:r>
              <a:rPr sz="20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década</a:t>
            </a:r>
            <a:r>
              <a:rPr sz="2000" spc="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de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1980</a:t>
            </a:r>
            <a:endParaRPr sz="2000" dirty="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760"/>
              </a:spcBef>
            </a:pPr>
            <a:r>
              <a:rPr sz="1600" spc="-165" dirty="0">
                <a:solidFill>
                  <a:srgbClr val="5ECAEE"/>
                </a:solidFill>
                <a:latin typeface="Cambria"/>
                <a:cs typeface="Cambria"/>
              </a:rPr>
              <a:t>▶</a:t>
            </a:r>
            <a:r>
              <a:rPr sz="1600" spc="130" dirty="0">
                <a:solidFill>
                  <a:srgbClr val="5ECAEE"/>
                </a:solidFill>
                <a:latin typeface="Cambria"/>
                <a:cs typeface="Cambria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Interação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entre 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as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pessoas</a:t>
            </a:r>
            <a:r>
              <a:rPr sz="2000" spc="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de 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maneira</a:t>
            </a:r>
            <a:r>
              <a:rPr sz="2000" spc="2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Trebuchet MS"/>
                <a:cs typeface="Trebuchet MS"/>
              </a:rPr>
              <a:t>estática</a:t>
            </a:r>
            <a:r>
              <a:rPr sz="2000" b="1" spc="-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e </a:t>
            </a:r>
            <a:r>
              <a:rPr sz="2000" b="1" dirty="0">
                <a:solidFill>
                  <a:srgbClr val="FF0000"/>
                </a:solidFill>
                <a:latin typeface="Trebuchet MS"/>
                <a:cs typeface="Trebuchet MS"/>
              </a:rPr>
              <a:t>sem interatividade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.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96222" y="4584496"/>
            <a:ext cx="5162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p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2000" spc="-10" dirty="0">
                <a:solidFill>
                  <a:srgbClr val="3F3F3F"/>
                </a:solidFill>
                <a:latin typeface="Trebuchet MS"/>
                <a:cs typeface="Trebuchet MS"/>
              </a:rPr>
              <a:t>l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o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77023" y="4584496"/>
            <a:ext cx="7792084" cy="1701748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698500" marR="194945" indent="-228600">
              <a:lnSpc>
                <a:spcPts val="2160"/>
              </a:lnSpc>
              <a:spcBef>
                <a:spcPts val="370"/>
              </a:spcBef>
              <a:tabLst>
                <a:tab pos="1114425" algn="l"/>
                <a:tab pos="2417445" algn="l"/>
                <a:tab pos="3041650" algn="l"/>
                <a:tab pos="4138929" algn="l"/>
                <a:tab pos="4623435" algn="l"/>
                <a:tab pos="6528434" algn="l"/>
              </a:tabLst>
            </a:pPr>
            <a:r>
              <a:rPr sz="1600" spc="-165" dirty="0">
                <a:solidFill>
                  <a:srgbClr val="5ECAEE"/>
                </a:solidFill>
                <a:latin typeface="Cambria"/>
                <a:cs typeface="Cambria"/>
              </a:rPr>
              <a:t>▶</a:t>
            </a:r>
            <a:r>
              <a:rPr sz="1600" spc="40" dirty="0">
                <a:solidFill>
                  <a:srgbClr val="5ECAEE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O	</a:t>
            </a:r>
            <a:r>
              <a:rPr sz="2000" spc="-5" dirty="0">
                <a:solidFill>
                  <a:srgbClr val="FF0000"/>
                </a:solidFill>
                <a:latin typeface="Trebuchet MS"/>
                <a:cs typeface="Trebuchet MS"/>
              </a:rPr>
              <a:t>c</a:t>
            </a:r>
            <a:r>
              <a:rPr sz="2000" spc="5" dirty="0">
                <a:solidFill>
                  <a:srgbClr val="FF0000"/>
                </a:solidFill>
                <a:latin typeface="Trebuchet MS"/>
                <a:cs typeface="Trebuchet MS"/>
              </a:rPr>
              <a:t>o</a:t>
            </a:r>
            <a:r>
              <a:rPr sz="2000" spc="-5" dirty="0">
                <a:solidFill>
                  <a:srgbClr val="FF0000"/>
                </a:solidFill>
                <a:latin typeface="Trebuchet MS"/>
                <a:cs typeface="Trebuchet MS"/>
              </a:rPr>
              <a:t>n</a:t>
            </a:r>
            <a:r>
              <a:rPr sz="2000" spc="5" dirty="0">
                <a:solidFill>
                  <a:srgbClr val="FF0000"/>
                </a:solidFill>
                <a:latin typeface="Trebuchet MS"/>
                <a:cs typeface="Trebuchet MS"/>
              </a:rPr>
              <a:t>t</a:t>
            </a:r>
            <a:r>
              <a:rPr sz="2000" spc="-5" dirty="0">
                <a:solidFill>
                  <a:srgbClr val="FF0000"/>
                </a:solidFill>
                <a:latin typeface="Trebuchet MS"/>
                <a:cs typeface="Trebuchet MS"/>
              </a:rPr>
              <a:t>eú</a:t>
            </a:r>
            <a:r>
              <a:rPr sz="2000" dirty="0">
                <a:solidFill>
                  <a:srgbClr val="FF0000"/>
                </a:solidFill>
                <a:latin typeface="Trebuchet MS"/>
                <a:cs typeface="Trebuchet MS"/>
              </a:rPr>
              <a:t>do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	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d</a:t>
            </a:r>
            <a:r>
              <a:rPr sz="2000" spc="5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s	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p</a:t>
            </a:r>
            <a:r>
              <a:rPr sz="2000" spc="5" dirty="0">
                <a:solidFill>
                  <a:srgbClr val="3F3F3F"/>
                </a:solidFill>
                <a:latin typeface="Trebuchet MS"/>
                <a:cs typeface="Trebuchet MS"/>
              </a:rPr>
              <a:t>á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g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i</a:t>
            </a:r>
            <a:r>
              <a:rPr sz="2000" spc="5" dirty="0">
                <a:solidFill>
                  <a:srgbClr val="3F3F3F"/>
                </a:solidFill>
                <a:latin typeface="Trebuchet MS"/>
                <a:cs typeface="Trebuchet MS"/>
              </a:rPr>
              <a:t>n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s	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s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ó	po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de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r</a:t>
            </a:r>
            <a:r>
              <a:rPr sz="2000" spc="5" dirty="0">
                <a:solidFill>
                  <a:srgbClr val="3F3F3F"/>
                </a:solidFill>
                <a:latin typeface="Trebuchet MS"/>
                <a:cs typeface="Trebuchet MS"/>
              </a:rPr>
              <a:t>ia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m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000" spc="5" dirty="0">
                <a:solidFill>
                  <a:srgbClr val="3F3F3F"/>
                </a:solidFill>
                <a:latin typeface="Trebuchet MS"/>
                <a:cs typeface="Trebuchet MS"/>
              </a:rPr>
              <a:t>s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r	</a:t>
            </a:r>
            <a:r>
              <a:rPr sz="2000" spc="5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2000" spc="-10" dirty="0">
                <a:solidFill>
                  <a:srgbClr val="FF0000"/>
                </a:solidFill>
                <a:latin typeface="Trebuchet MS"/>
                <a:cs typeface="Trebuchet MS"/>
              </a:rPr>
              <a:t>l</a:t>
            </a:r>
            <a:r>
              <a:rPr sz="2000" spc="-5" dirty="0">
                <a:solidFill>
                  <a:srgbClr val="FF0000"/>
                </a:solidFill>
                <a:latin typeface="Trebuchet MS"/>
                <a:cs typeface="Trebuchet MS"/>
              </a:rPr>
              <a:t>t</a:t>
            </a:r>
            <a:r>
              <a:rPr sz="2000" spc="5" dirty="0">
                <a:solidFill>
                  <a:srgbClr val="FF0000"/>
                </a:solidFill>
                <a:latin typeface="Trebuchet MS"/>
                <a:cs typeface="Trebuchet MS"/>
              </a:rPr>
              <a:t>e</a:t>
            </a:r>
            <a:r>
              <a:rPr sz="2000" dirty="0">
                <a:solidFill>
                  <a:srgbClr val="FF0000"/>
                </a:solidFill>
                <a:latin typeface="Trebuchet MS"/>
                <a:cs typeface="Trebuchet MS"/>
              </a:rPr>
              <a:t>r</a:t>
            </a:r>
            <a:r>
              <a:rPr sz="2000" spc="-5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2000" dirty="0">
                <a:solidFill>
                  <a:srgbClr val="FF0000"/>
                </a:solidFill>
                <a:latin typeface="Trebuchet MS"/>
                <a:cs typeface="Trebuchet MS"/>
              </a:rPr>
              <a:t>d</a:t>
            </a:r>
            <a:r>
              <a:rPr sz="2000" spc="5" dirty="0">
                <a:solidFill>
                  <a:srgbClr val="FF0000"/>
                </a:solidFill>
                <a:latin typeface="Trebuchet MS"/>
                <a:cs typeface="Trebuchet MS"/>
              </a:rPr>
              <a:t>a</a:t>
            </a:r>
            <a:r>
              <a:rPr sz="2000" dirty="0">
                <a:solidFill>
                  <a:srgbClr val="FF0000"/>
                </a:solidFill>
                <a:latin typeface="Trebuchet MS"/>
                <a:cs typeface="Trebuchet MS"/>
              </a:rPr>
              <a:t>s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  </a:t>
            </a:r>
            <a:r>
              <a:rPr sz="2000" spc="-5" dirty="0">
                <a:solidFill>
                  <a:srgbClr val="FF0000"/>
                </a:solidFill>
                <a:latin typeface="Trebuchet MS"/>
                <a:cs typeface="Trebuchet MS"/>
              </a:rPr>
              <a:t>desenvolvedor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.</a:t>
            </a:r>
            <a:endParaRPr sz="20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1600" spc="-165" dirty="0">
                <a:solidFill>
                  <a:srgbClr val="5ECAEE"/>
                </a:solidFill>
                <a:latin typeface="Cambria"/>
                <a:cs typeface="Cambria"/>
              </a:rPr>
              <a:t>▶</a:t>
            </a:r>
            <a:r>
              <a:rPr sz="1600" spc="114" dirty="0">
                <a:solidFill>
                  <a:srgbClr val="5ECAEE"/>
                </a:solidFill>
                <a:latin typeface="Cambria"/>
                <a:cs typeface="Cambria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Era</a:t>
            </a:r>
            <a:r>
              <a:rPr sz="2000" spc="-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apenas 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de</a:t>
            </a:r>
            <a:r>
              <a:rPr sz="20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leitura.</a:t>
            </a:r>
            <a:endParaRPr sz="2000" dirty="0">
              <a:latin typeface="Trebuchet MS"/>
              <a:cs typeface="Trebuchet MS"/>
            </a:endParaRPr>
          </a:p>
          <a:p>
            <a:pPr marL="299085" marR="5080" indent="-287020">
              <a:lnSpc>
                <a:spcPts val="2160"/>
              </a:lnSpc>
              <a:spcBef>
                <a:spcPts val="1035"/>
              </a:spcBef>
            </a:pPr>
            <a:r>
              <a:rPr sz="1600" spc="-165" dirty="0">
                <a:solidFill>
                  <a:srgbClr val="5ECAEE"/>
                </a:solidFill>
                <a:latin typeface="Cambria"/>
                <a:cs typeface="Cambria"/>
              </a:rPr>
              <a:t>▶</a:t>
            </a:r>
            <a:r>
              <a:rPr sz="1600" spc="-160" dirty="0">
                <a:solidFill>
                  <a:srgbClr val="5ECAEE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Ficou conhecida como 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“web do 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conhecimento” 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pelo 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aumento das </a:t>
            </a:r>
            <a:r>
              <a:rPr sz="2000" spc="-59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informações 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que</a:t>
            </a:r>
            <a:r>
              <a:rPr sz="2000" spc="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proporcionou</a:t>
            </a:r>
            <a:r>
              <a:rPr sz="20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aos</a:t>
            </a:r>
            <a:r>
              <a:rPr sz="2000" spc="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usuários.</a:t>
            </a:r>
            <a:endParaRPr sz="20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2765" y="507606"/>
            <a:ext cx="4257001" cy="101339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5535" y="629907"/>
            <a:ext cx="3712845" cy="575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600" dirty="0"/>
              <a:t>Gerações</a:t>
            </a:r>
            <a:r>
              <a:rPr sz="3600" spc="-35" dirty="0"/>
              <a:t> </a:t>
            </a:r>
            <a:r>
              <a:rPr sz="3600" spc="5" dirty="0"/>
              <a:t>da</a:t>
            </a:r>
            <a:r>
              <a:rPr sz="3600" spc="-35" dirty="0"/>
              <a:t> </a:t>
            </a:r>
            <a:r>
              <a:rPr sz="3600" dirty="0"/>
              <a:t>Web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618375" y="1288536"/>
            <a:ext cx="6619875" cy="1242695"/>
          </a:xfrm>
          <a:prstGeom prst="rect">
            <a:avLst/>
          </a:prstGeom>
        </p:spPr>
        <p:txBody>
          <a:bodyPr vert="horz" wrap="square" lIns="0" tIns="2012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85"/>
              </a:spcBef>
            </a:pPr>
            <a:r>
              <a:rPr sz="2800" spc="-20" dirty="0">
                <a:solidFill>
                  <a:srgbClr val="5ECAEE"/>
                </a:solidFill>
                <a:latin typeface="Cambria"/>
                <a:cs typeface="Cambria"/>
              </a:rPr>
              <a:t>▶</a:t>
            </a:r>
            <a:r>
              <a:rPr sz="3500" spc="-20" dirty="0">
                <a:solidFill>
                  <a:srgbClr val="3F3F3F"/>
                </a:solidFill>
                <a:latin typeface="Trebuchet MS"/>
                <a:cs typeface="Trebuchet MS"/>
              </a:rPr>
              <a:t>2ª </a:t>
            </a:r>
            <a:r>
              <a:rPr sz="3500" spc="-5" dirty="0">
                <a:solidFill>
                  <a:srgbClr val="3F3F3F"/>
                </a:solidFill>
                <a:latin typeface="Trebuchet MS"/>
                <a:cs typeface="Trebuchet MS"/>
              </a:rPr>
              <a:t>Geração</a:t>
            </a:r>
            <a:r>
              <a:rPr sz="3500" spc="-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3500" dirty="0">
                <a:solidFill>
                  <a:srgbClr val="3F3F3F"/>
                </a:solidFill>
                <a:latin typeface="Trebuchet MS"/>
                <a:cs typeface="Trebuchet MS"/>
              </a:rPr>
              <a:t>ou</a:t>
            </a:r>
            <a:r>
              <a:rPr sz="35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3500" spc="-5" dirty="0">
                <a:solidFill>
                  <a:srgbClr val="3F3F3F"/>
                </a:solidFill>
                <a:latin typeface="Trebuchet MS"/>
                <a:cs typeface="Trebuchet MS"/>
              </a:rPr>
              <a:t>Web</a:t>
            </a:r>
            <a:r>
              <a:rPr sz="3500" spc="-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3500" spc="-5" dirty="0">
                <a:solidFill>
                  <a:srgbClr val="3F3F3F"/>
                </a:solidFill>
                <a:latin typeface="Trebuchet MS"/>
                <a:cs typeface="Trebuchet MS"/>
              </a:rPr>
              <a:t>2.0</a:t>
            </a:r>
            <a:endParaRPr sz="3500" dirty="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1015"/>
              </a:spcBef>
            </a:pPr>
            <a:r>
              <a:rPr sz="1900" spc="-180" dirty="0">
                <a:solidFill>
                  <a:srgbClr val="5ECAEE"/>
                </a:solidFill>
                <a:latin typeface="Cambria"/>
                <a:cs typeface="Cambria"/>
              </a:rPr>
              <a:t>▶</a:t>
            </a:r>
            <a:r>
              <a:rPr sz="1900" spc="-85" dirty="0">
                <a:solidFill>
                  <a:srgbClr val="5ECAEE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O</a:t>
            </a:r>
            <a:r>
              <a:rPr sz="2400" spc="-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termo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surgiu</a:t>
            </a:r>
            <a:r>
              <a:rPr sz="2400" spc="-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em</a:t>
            </a:r>
            <a:r>
              <a:rPr sz="2400" spc="-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2004</a:t>
            </a:r>
            <a:r>
              <a:rPr sz="2400" spc="-2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devido</a:t>
            </a:r>
            <a:r>
              <a:rPr sz="2400" spc="-2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2400" spc="-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membros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39000" y="2133600"/>
            <a:ext cx="16027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da</a:t>
            </a:r>
            <a:r>
              <a:rPr sz="2400" spc="-8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empresa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75575" y="2378567"/>
            <a:ext cx="8549005" cy="137731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299720">
              <a:lnSpc>
                <a:spcPct val="100000"/>
              </a:lnSpc>
              <a:spcBef>
                <a:spcPts val="1100"/>
              </a:spcBef>
            </a:pP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norte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americana O´Reilly Media,</a:t>
            </a:r>
            <a:r>
              <a:rPr sz="2400" spc="-2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durante</a:t>
            </a:r>
            <a:r>
              <a:rPr sz="2400" spc="-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uma 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conferência.</a:t>
            </a:r>
            <a:endParaRPr sz="2400">
              <a:latin typeface="Trebuchet MS"/>
              <a:cs typeface="Trebuchet MS"/>
            </a:endParaRPr>
          </a:p>
          <a:p>
            <a:pPr marL="299720" marR="5080" indent="-287655">
              <a:lnSpc>
                <a:spcPct val="100000"/>
              </a:lnSpc>
              <a:spcBef>
                <a:spcPts val="1000"/>
              </a:spcBef>
            </a:pPr>
            <a:r>
              <a:rPr sz="1900" spc="-180" dirty="0">
                <a:solidFill>
                  <a:srgbClr val="5ECAEE"/>
                </a:solidFill>
                <a:latin typeface="Cambria"/>
                <a:cs typeface="Cambria"/>
              </a:rPr>
              <a:t>▶</a:t>
            </a:r>
            <a:r>
              <a:rPr sz="1900" spc="-175" dirty="0">
                <a:solidFill>
                  <a:srgbClr val="5ECAEE"/>
                </a:solidFill>
                <a:latin typeface="Cambria"/>
                <a:cs typeface="Cambria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Nova forma de utilização das ferramentas da web, 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nas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quais </a:t>
            </a:r>
            <a:r>
              <a:rPr sz="2400" spc="-7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buscou-se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 maior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interação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do 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internauta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 com os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serviços.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32775" y="3856951"/>
            <a:ext cx="8189595" cy="2752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 algn="just">
              <a:lnSpc>
                <a:spcPct val="100000"/>
              </a:lnSpc>
              <a:spcBef>
                <a:spcPts val="100"/>
              </a:spcBef>
            </a:pPr>
            <a:r>
              <a:rPr sz="1900" spc="-25" dirty="0">
                <a:solidFill>
                  <a:srgbClr val="5ECAEE"/>
                </a:solidFill>
                <a:latin typeface="Cambria"/>
                <a:cs typeface="Cambria"/>
              </a:rPr>
              <a:t>▶</a:t>
            </a:r>
            <a:r>
              <a:rPr sz="2400" spc="-25" dirty="0">
                <a:solidFill>
                  <a:srgbClr val="FF0000"/>
                </a:solidFill>
                <a:latin typeface="Trebuchet MS"/>
                <a:cs typeface="Trebuchet MS"/>
              </a:rPr>
              <a:t>Os</a:t>
            </a:r>
            <a:r>
              <a:rPr sz="2400" spc="-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usuários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passaram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adicionar</a:t>
            </a:r>
            <a:r>
              <a:rPr sz="2400" spc="7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conteúdo</a:t>
            </a:r>
            <a:r>
              <a:rPr sz="2400" spc="70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nas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 plataformas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,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ou 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seja,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 deixaram de apenas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consumir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 e </a:t>
            </a:r>
            <a:r>
              <a:rPr sz="2400" spc="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passaram</a:t>
            </a:r>
            <a:r>
              <a:rPr sz="2400" spc="-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 err="1">
                <a:solidFill>
                  <a:srgbClr val="3F3F3F"/>
                </a:solidFill>
                <a:latin typeface="Trebuchet MS"/>
                <a:cs typeface="Trebuchet MS"/>
              </a:rPr>
              <a:t>contribuir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.</a:t>
            </a:r>
            <a:endParaRPr lang="pt-BR" sz="2400" spc="-5" dirty="0">
              <a:solidFill>
                <a:srgbClr val="3F3F3F"/>
              </a:solidFill>
              <a:latin typeface="Trebuchet MS"/>
              <a:cs typeface="Trebuchet MS"/>
            </a:endParaRPr>
          </a:p>
          <a:p>
            <a:pPr marL="241300" marR="5080" indent="-228600" algn="just">
              <a:lnSpc>
                <a:spcPct val="100000"/>
              </a:lnSpc>
              <a:spcBef>
                <a:spcPts val="100"/>
              </a:spcBef>
            </a:pPr>
            <a:endParaRPr lang="pt-BR" sz="2400" spc="-5" dirty="0">
              <a:solidFill>
                <a:srgbClr val="3F3F3F"/>
              </a:solidFill>
              <a:latin typeface="Trebuchet MS"/>
              <a:cs typeface="Trebuchet MS"/>
            </a:endParaRPr>
          </a:p>
          <a:p>
            <a:pPr marL="241300" marR="5080" indent="-228600" algn="just">
              <a:spcBef>
                <a:spcPts val="100"/>
              </a:spcBef>
            </a:pPr>
            <a:r>
              <a:rPr lang="pt-BR" sz="2400" b="0" i="0" dirty="0">
                <a:solidFill>
                  <a:srgbClr val="404040"/>
                </a:solidFill>
                <a:effectLst/>
                <a:latin typeface="quote-cjk-patch"/>
              </a:rPr>
              <a:t>Ascensão de aplicativos baseados em nuvem (Google Docs, Dropbox).</a:t>
            </a:r>
            <a:endParaRPr sz="2400" dirty="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  <a:spcBef>
                <a:spcPts val="1010"/>
              </a:spcBef>
            </a:pPr>
            <a:r>
              <a:rPr sz="1900" spc="-15" dirty="0">
                <a:solidFill>
                  <a:srgbClr val="5ECAEE"/>
                </a:solidFill>
                <a:latin typeface="Cambria"/>
                <a:cs typeface="Cambria"/>
              </a:rPr>
              <a:t>▶</a:t>
            </a:r>
            <a:r>
              <a:rPr sz="2400" spc="-15" dirty="0">
                <a:solidFill>
                  <a:srgbClr val="3F3F3F"/>
                </a:solidFill>
                <a:latin typeface="Trebuchet MS"/>
                <a:cs typeface="Trebuchet MS"/>
              </a:rPr>
              <a:t>Exemplos: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Wikis,</a:t>
            </a:r>
            <a:r>
              <a:rPr sz="2400" spc="-2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blogs,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redes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10" dirty="0" err="1">
                <a:solidFill>
                  <a:srgbClr val="3F3F3F"/>
                </a:solidFill>
                <a:latin typeface="Trebuchet MS"/>
                <a:cs typeface="Trebuchet MS"/>
              </a:rPr>
              <a:t>socias</a:t>
            </a:r>
            <a:r>
              <a:rPr lang="pt-BR" sz="2400" spc="-10" dirty="0">
                <a:solidFill>
                  <a:srgbClr val="3F3F3F"/>
                </a:solidFill>
                <a:latin typeface="Trebuchet MS"/>
                <a:cs typeface="Trebuchet MS"/>
              </a:rPr>
              <a:t>, google docs,....</a:t>
            </a:r>
            <a:endParaRPr sz="24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2765" y="507606"/>
            <a:ext cx="4257001" cy="101339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5535" y="629907"/>
            <a:ext cx="3712845" cy="575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600" dirty="0"/>
              <a:t>Gerações</a:t>
            </a:r>
            <a:r>
              <a:rPr sz="3600" spc="-35" dirty="0"/>
              <a:t> </a:t>
            </a:r>
            <a:r>
              <a:rPr sz="3600" spc="5" dirty="0"/>
              <a:t>da</a:t>
            </a:r>
            <a:r>
              <a:rPr sz="3600" spc="-35" dirty="0"/>
              <a:t> </a:t>
            </a:r>
            <a:r>
              <a:rPr sz="3600" dirty="0"/>
              <a:t>Web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520814" y="1548460"/>
            <a:ext cx="9766186" cy="1946046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lang="pt-BR" sz="2800" spc="-15" dirty="0">
                <a:solidFill>
                  <a:srgbClr val="5ECAEE"/>
                </a:solidFill>
                <a:latin typeface="Cambria"/>
                <a:cs typeface="Cambria"/>
              </a:rPr>
              <a:t>▶</a:t>
            </a:r>
            <a:r>
              <a:rPr lang="pt-BR" sz="3500" spc="-15" dirty="0">
                <a:solidFill>
                  <a:srgbClr val="3F3F3F"/>
                </a:solidFill>
                <a:latin typeface="Trebuchet MS"/>
                <a:cs typeface="Trebuchet MS"/>
              </a:rPr>
              <a:t>3ª</a:t>
            </a:r>
            <a:r>
              <a:rPr lang="pt-BR" sz="3500" spc="-2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lang="pt-BR" sz="3500" spc="-5" dirty="0">
                <a:solidFill>
                  <a:srgbClr val="3F3F3F"/>
                </a:solidFill>
                <a:latin typeface="Trebuchet MS"/>
                <a:cs typeface="Trebuchet MS"/>
              </a:rPr>
              <a:t>Geração</a:t>
            </a:r>
            <a:r>
              <a:rPr lang="pt-BR" sz="3500" spc="-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lang="pt-BR" sz="3500" dirty="0">
                <a:solidFill>
                  <a:srgbClr val="3F3F3F"/>
                </a:solidFill>
                <a:latin typeface="Trebuchet MS"/>
                <a:cs typeface="Trebuchet MS"/>
              </a:rPr>
              <a:t>ou</a:t>
            </a:r>
            <a:r>
              <a:rPr lang="pt-BR" sz="35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lang="pt-BR" sz="3500" spc="-5" dirty="0">
                <a:solidFill>
                  <a:srgbClr val="3F3F3F"/>
                </a:solidFill>
                <a:latin typeface="Trebuchet MS"/>
                <a:cs typeface="Trebuchet MS"/>
              </a:rPr>
              <a:t>Web</a:t>
            </a:r>
            <a:r>
              <a:rPr lang="pt-BR" sz="3500" spc="-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lang="pt-BR" sz="3500" spc="-5" dirty="0">
                <a:solidFill>
                  <a:srgbClr val="3F3F3F"/>
                </a:solidFill>
                <a:latin typeface="Trebuchet MS"/>
                <a:cs typeface="Trebuchet MS"/>
              </a:rPr>
              <a:t>3.0 (Decada de 2020 – hoje)</a:t>
            </a:r>
            <a:endParaRPr lang="pt-BR" sz="3500" dirty="0">
              <a:latin typeface="Trebuchet MS"/>
              <a:cs typeface="Trebuchet MS"/>
            </a:endParaRPr>
          </a:p>
          <a:p>
            <a:pPr marL="757555" marR="109220" indent="-288290">
              <a:lnSpc>
                <a:spcPts val="2600"/>
              </a:lnSpc>
              <a:spcBef>
                <a:spcPts val="1070"/>
              </a:spcBef>
            </a:pPr>
            <a:r>
              <a:rPr sz="1900" spc="-180" dirty="0">
                <a:solidFill>
                  <a:srgbClr val="5ECAEE"/>
                </a:solidFill>
                <a:latin typeface="Cambria"/>
                <a:cs typeface="Cambria"/>
              </a:rPr>
              <a:t>▶</a:t>
            </a:r>
            <a:r>
              <a:rPr sz="1900" spc="-175" dirty="0">
                <a:solidFill>
                  <a:srgbClr val="5ECAEE"/>
                </a:solidFill>
                <a:latin typeface="Cambria"/>
                <a:cs typeface="Cambria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Esse termo foi empregado pela primeira vez pelo jornalista </a:t>
            </a:r>
            <a:r>
              <a:rPr sz="2400" spc="-7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John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Markoff, 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num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 artigo do</a:t>
            </a:r>
            <a:r>
              <a:rPr sz="2400" spc="-2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The New York</a:t>
            </a:r>
            <a:r>
              <a:rPr sz="24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Trebuchet MS"/>
                <a:cs typeface="Trebuchet MS"/>
              </a:rPr>
              <a:t>Times.</a:t>
            </a:r>
            <a:endParaRPr sz="2400" dirty="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580"/>
              </a:spcBef>
              <a:tabLst>
                <a:tab pos="3660775" algn="l"/>
                <a:tab pos="7352665" algn="l"/>
              </a:tabLst>
            </a:pPr>
            <a:r>
              <a:rPr sz="1900" spc="-180" dirty="0">
                <a:solidFill>
                  <a:srgbClr val="5ECAEE"/>
                </a:solidFill>
                <a:latin typeface="Cambria"/>
                <a:cs typeface="Cambria"/>
              </a:rPr>
              <a:t>▶</a:t>
            </a:r>
            <a:r>
              <a:rPr sz="1900" spc="170" dirty="0">
                <a:solidFill>
                  <a:srgbClr val="5ECAEE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Utilização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da</a:t>
            </a:r>
            <a:r>
              <a:rPr sz="24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internet	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para</a:t>
            </a:r>
            <a:r>
              <a:rPr sz="24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cruzamento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de</a:t>
            </a:r>
            <a:r>
              <a:rPr sz="2400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dados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.	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Compreende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31053" y="3421341"/>
            <a:ext cx="42614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10335" algn="l"/>
                <a:tab pos="3808729" algn="l"/>
              </a:tabLst>
            </a:pP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e ana</a:t>
            </a:r>
            <a:r>
              <a:rPr sz="2400" spc="5" dirty="0">
                <a:solidFill>
                  <a:srgbClr val="FF0000"/>
                </a:solidFill>
                <a:latin typeface="Calibri"/>
                <a:cs typeface="Calibri"/>
              </a:rPr>
              <a:t>l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2400" spc="-15" dirty="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r>
              <a:rPr sz="2400" spc="5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r	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dad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pa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ra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o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bt</a:t>
            </a:r>
            <a:r>
              <a:rPr sz="2400" spc="10" dirty="0">
                <a:solidFill>
                  <a:srgbClr val="3F3F3F"/>
                </a:solidFill>
                <a:latin typeface="Calibri"/>
                <a:cs typeface="Calibri"/>
              </a:rPr>
              <a:t>e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r	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n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o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s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66024" y="3421341"/>
            <a:ext cx="3664585" cy="11766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 marR="5080">
              <a:lnSpc>
                <a:spcPts val="2580"/>
              </a:lnSpc>
              <a:spcBef>
                <a:spcPts val="434"/>
              </a:spcBef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diferentes formas de integrar </a:t>
            </a:r>
            <a:r>
              <a:rPr sz="2400" spc="-5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conjuntos</a:t>
            </a:r>
            <a:r>
              <a:rPr sz="2400" spc="-2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de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informações.</a:t>
            </a:r>
            <a:endParaRPr sz="2400">
              <a:latin typeface="Calibri"/>
              <a:cs typeface="Calibri"/>
            </a:endParaRPr>
          </a:p>
          <a:p>
            <a:pPr marL="182880">
              <a:lnSpc>
                <a:spcPct val="100000"/>
              </a:lnSpc>
              <a:spcBef>
                <a:spcPts val="685"/>
              </a:spcBef>
            </a:pPr>
            <a:r>
              <a:rPr sz="1900" spc="-15" dirty="0">
                <a:solidFill>
                  <a:srgbClr val="5ECAEE"/>
                </a:solidFill>
                <a:latin typeface="Cambria"/>
                <a:cs typeface="Cambria"/>
              </a:rPr>
              <a:t>▶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“web</a:t>
            </a:r>
            <a:r>
              <a:rPr sz="2400" spc="-4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inteligente”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36493" y="4663351"/>
            <a:ext cx="64585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12265" algn="l"/>
                <a:tab pos="3014980" algn="l"/>
                <a:tab pos="5083810" algn="l"/>
                <a:tab pos="5863590" algn="l"/>
              </a:tabLst>
            </a:pPr>
            <a:r>
              <a:rPr sz="2400" b="1" dirty="0">
                <a:solidFill>
                  <a:srgbClr val="3F3F3F"/>
                </a:solidFill>
                <a:latin typeface="Calibri"/>
                <a:cs typeface="Calibri"/>
              </a:rPr>
              <a:t>s</a:t>
            </a:r>
            <a:r>
              <a:rPr sz="2400" b="1" spc="-5" dirty="0">
                <a:solidFill>
                  <a:srgbClr val="3F3F3F"/>
                </a:solidFill>
                <a:latin typeface="Calibri"/>
                <a:cs typeface="Calibri"/>
              </a:rPr>
              <a:t>em</a:t>
            </a:r>
            <a:r>
              <a:rPr sz="2400" b="1" dirty="0">
                <a:solidFill>
                  <a:srgbClr val="3F3F3F"/>
                </a:solidFill>
                <a:latin typeface="Calibri"/>
                <a:cs typeface="Calibri"/>
              </a:rPr>
              <a:t>ân</a:t>
            </a:r>
            <a:r>
              <a:rPr sz="2400" b="1" spc="-10" dirty="0">
                <a:solidFill>
                  <a:srgbClr val="3F3F3F"/>
                </a:solidFill>
                <a:latin typeface="Calibri"/>
                <a:cs typeface="Calibri"/>
              </a:rPr>
              <a:t>t</a:t>
            </a:r>
            <a:r>
              <a:rPr sz="2400" b="1" spc="-20" dirty="0">
                <a:solidFill>
                  <a:srgbClr val="3F3F3F"/>
                </a:solidFill>
                <a:latin typeface="Calibri"/>
                <a:cs typeface="Calibri"/>
              </a:rPr>
              <a:t>i</a:t>
            </a:r>
            <a:r>
              <a:rPr sz="2400" b="1" dirty="0">
                <a:solidFill>
                  <a:srgbClr val="3F3F3F"/>
                </a:solidFill>
                <a:latin typeface="Calibri"/>
                <a:cs typeface="Calibri"/>
              </a:rPr>
              <a:t>ca,	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c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o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nt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e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úd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o	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p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er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so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na</a:t>
            </a:r>
            <a:r>
              <a:rPr sz="2400" spc="5" dirty="0">
                <a:solidFill>
                  <a:srgbClr val="3F3F3F"/>
                </a:solidFill>
                <a:latin typeface="Calibri"/>
                <a:cs typeface="Calibri"/>
              </a:rPr>
              <a:t>l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izad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o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s	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pa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ra	cada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78014" y="4663351"/>
            <a:ext cx="1873885" cy="1176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35"/>
              </a:lnSpc>
              <a:spcBef>
                <a:spcPts val="100"/>
              </a:spcBef>
            </a:pPr>
            <a:r>
              <a:rPr sz="1900" spc="-180" dirty="0">
                <a:solidFill>
                  <a:srgbClr val="5ECAEE"/>
                </a:solidFill>
                <a:latin typeface="Cambria"/>
                <a:cs typeface="Cambria"/>
              </a:rPr>
              <a:t>▶</a:t>
            </a:r>
            <a:r>
              <a:rPr sz="1900" spc="-125" dirty="0">
                <a:solidFill>
                  <a:srgbClr val="5ECAEE"/>
                </a:solidFill>
                <a:latin typeface="Cambria"/>
                <a:cs typeface="Cambria"/>
              </a:rPr>
              <a:t> </a:t>
            </a:r>
            <a:r>
              <a:rPr sz="2400" b="1" spc="-5" dirty="0">
                <a:solidFill>
                  <a:srgbClr val="3F3F3F"/>
                </a:solidFill>
                <a:latin typeface="Calibri"/>
                <a:cs typeface="Calibri"/>
              </a:rPr>
              <a:t>Organização</a:t>
            </a:r>
            <a:endParaRPr sz="2400" dirty="0">
              <a:latin typeface="Calibri"/>
              <a:cs typeface="Calibri"/>
            </a:endParaRPr>
          </a:p>
          <a:p>
            <a:pPr marL="300355">
              <a:lnSpc>
                <a:spcPts val="2735"/>
              </a:lnSpc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usuário</a:t>
            </a:r>
            <a:endParaRPr sz="2400" dirty="0">
              <a:latin typeface="Calibri"/>
              <a:cs typeface="Calibri"/>
            </a:endParaRPr>
          </a:p>
          <a:p>
            <a:pPr marL="470534">
              <a:lnSpc>
                <a:spcPct val="100000"/>
              </a:lnSpc>
              <a:spcBef>
                <a:spcPts val="710"/>
              </a:spcBef>
            </a:pPr>
            <a:r>
              <a:rPr sz="1900" spc="-10" dirty="0">
                <a:solidFill>
                  <a:srgbClr val="5ECAEE"/>
                </a:solidFill>
                <a:latin typeface="Cambria"/>
                <a:cs typeface="Cambria"/>
              </a:rPr>
              <a:t>▶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Exemplo: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35502" y="5448147"/>
            <a:ext cx="63544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75460" algn="l"/>
                <a:tab pos="3131820" algn="l"/>
                <a:tab pos="3887470" algn="l"/>
                <a:tab pos="5421630" algn="l"/>
                <a:tab pos="5901690" algn="l"/>
              </a:tabLst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publi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c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idad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e	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ba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s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e</a:t>
            </a:r>
            <a:r>
              <a:rPr sz="2400" spc="5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d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	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na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s	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p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e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s</a:t>
            </a:r>
            <a:r>
              <a:rPr sz="2400" spc="5" dirty="0">
                <a:solidFill>
                  <a:srgbClr val="3F3F3F"/>
                </a:solidFill>
                <a:latin typeface="Calibri"/>
                <a:cs typeface="Calibri"/>
              </a:rPr>
              <a:t>q</a:t>
            </a:r>
            <a:r>
              <a:rPr sz="2400" spc="-15" dirty="0">
                <a:solidFill>
                  <a:srgbClr val="3F3F3F"/>
                </a:solidFill>
                <a:latin typeface="Calibri"/>
                <a:cs typeface="Calibri"/>
              </a:rPr>
              <a:t>u</a:t>
            </a:r>
            <a:r>
              <a:rPr sz="2400" spc="5" dirty="0">
                <a:solidFill>
                  <a:srgbClr val="3F3F3F"/>
                </a:solidFill>
                <a:latin typeface="Calibri"/>
                <a:cs typeface="Calibri"/>
              </a:rPr>
              <a:t>i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s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as	e	</a:t>
            </a: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n</a:t>
            </a:r>
            <a:r>
              <a:rPr sz="2400" spc="-10" dirty="0">
                <a:solidFill>
                  <a:srgbClr val="3F3F3F"/>
                </a:solidFill>
                <a:latin typeface="Calibri"/>
                <a:cs typeface="Calibri"/>
              </a:rPr>
              <a:t>o</a:t>
            </a:r>
            <a:r>
              <a:rPr sz="2400" dirty="0">
                <a:solidFill>
                  <a:srgbClr val="3F3F3F"/>
                </a:solidFill>
                <a:latin typeface="Calibri"/>
                <a:cs typeface="Calibri"/>
              </a:rPr>
              <a:t>s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64893" y="5777191"/>
            <a:ext cx="22479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3F3F3F"/>
                </a:solidFill>
                <a:latin typeface="Calibri"/>
                <a:cs typeface="Calibri"/>
              </a:rPr>
              <a:t>comportamentos.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2765" y="507606"/>
            <a:ext cx="4257001" cy="101339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5535" y="629907"/>
            <a:ext cx="3712845" cy="575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600" dirty="0"/>
              <a:t>Gerações</a:t>
            </a:r>
            <a:r>
              <a:rPr sz="3600" spc="-35" dirty="0"/>
              <a:t> </a:t>
            </a:r>
            <a:r>
              <a:rPr sz="3600" spc="5" dirty="0"/>
              <a:t>da</a:t>
            </a:r>
            <a:r>
              <a:rPr sz="3600" spc="-35" dirty="0"/>
              <a:t> </a:t>
            </a:r>
            <a:r>
              <a:rPr sz="3600" dirty="0"/>
              <a:t>Web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1212735" y="5187861"/>
            <a:ext cx="7985125" cy="77724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299720" marR="5080" indent="-287655">
              <a:lnSpc>
                <a:spcPts val="2800"/>
              </a:lnSpc>
              <a:spcBef>
                <a:spcPts val="459"/>
              </a:spcBef>
              <a:tabLst>
                <a:tab pos="796290" algn="l"/>
                <a:tab pos="2957195" algn="l"/>
                <a:tab pos="3597275" algn="l"/>
                <a:tab pos="4514215" algn="l"/>
                <a:tab pos="5568315" algn="l"/>
                <a:tab pos="6030595" algn="l"/>
                <a:tab pos="7640320" algn="l"/>
              </a:tabLst>
            </a:pPr>
            <a:r>
              <a:rPr sz="2050" spc="-185" dirty="0">
                <a:solidFill>
                  <a:srgbClr val="5ECAEE"/>
                </a:solidFill>
                <a:latin typeface="Cambria"/>
                <a:cs typeface="Cambria"/>
              </a:rPr>
              <a:t>▶</a:t>
            </a:r>
            <a:r>
              <a:rPr sz="2050" spc="-20" dirty="0">
                <a:solidFill>
                  <a:srgbClr val="5ECAEE"/>
                </a:solidFill>
                <a:latin typeface="Cambria"/>
                <a:cs typeface="Cambria"/>
              </a:rPr>
              <a:t>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A	in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f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rae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st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ru</a:t>
            </a:r>
            <a:r>
              <a:rPr sz="2600" spc="5" dirty="0">
                <a:solidFill>
                  <a:srgbClr val="3F3F3F"/>
                </a:solidFill>
                <a:latin typeface="Calibri"/>
                <a:cs typeface="Calibri"/>
              </a:rPr>
              <a:t>t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ura	da	re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d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e	pa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ss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a	a	p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a</a:t>
            </a:r>
            <a:r>
              <a:rPr sz="2600" spc="10" dirty="0">
                <a:solidFill>
                  <a:srgbClr val="3F3F3F"/>
                </a:solidFill>
                <a:latin typeface="Calibri"/>
                <a:cs typeface="Calibri"/>
              </a:rPr>
              <a:t>r</a:t>
            </a:r>
            <a:r>
              <a:rPr sz="2600" spc="-15" dirty="0">
                <a:solidFill>
                  <a:srgbClr val="3F3F3F"/>
                </a:solidFill>
                <a:latin typeface="Calibri"/>
                <a:cs typeface="Calibri"/>
              </a:rPr>
              <a:t>tic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i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par	na  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colaboração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de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 conteúdo,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com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o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 fornecimento</a:t>
            </a:r>
            <a:r>
              <a:rPr sz="2600" spc="-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3F3F3F"/>
                </a:solidFill>
                <a:latin typeface="Calibri"/>
                <a:cs typeface="Calibri"/>
              </a:rPr>
              <a:t>de</a:t>
            </a:r>
            <a:r>
              <a:rPr sz="2600" spc="-5" dirty="0">
                <a:solidFill>
                  <a:srgbClr val="3F3F3F"/>
                </a:solidFill>
                <a:latin typeface="Calibri"/>
                <a:cs typeface="Calibri"/>
              </a:rPr>
              <a:t> dados.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311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20"/>
              </a:spcBef>
            </a:pPr>
            <a:r>
              <a:rPr sz="2150" spc="-210" dirty="0">
                <a:solidFill>
                  <a:srgbClr val="5ECAEE"/>
                </a:solidFill>
                <a:latin typeface="Cambria"/>
                <a:cs typeface="Cambria"/>
              </a:rPr>
              <a:t>▶</a:t>
            </a:r>
            <a:r>
              <a:rPr sz="2150" spc="-200" dirty="0">
                <a:solidFill>
                  <a:srgbClr val="5ECAEE"/>
                </a:solidFill>
                <a:latin typeface="Cambria"/>
                <a:cs typeface="Cambria"/>
              </a:rPr>
              <a:t> </a:t>
            </a:r>
            <a:r>
              <a:rPr dirty="0"/>
              <a:t>3ª</a:t>
            </a:r>
            <a:r>
              <a:rPr spc="-10" dirty="0"/>
              <a:t> Geração</a:t>
            </a:r>
            <a:r>
              <a:rPr spc="-5" dirty="0"/>
              <a:t> </a:t>
            </a:r>
            <a:r>
              <a:rPr dirty="0"/>
              <a:t>ou</a:t>
            </a:r>
            <a:r>
              <a:rPr spc="-15" dirty="0"/>
              <a:t> </a:t>
            </a:r>
            <a:r>
              <a:rPr dirty="0"/>
              <a:t>Web</a:t>
            </a:r>
            <a:r>
              <a:rPr spc="-20" dirty="0"/>
              <a:t> </a:t>
            </a:r>
            <a:r>
              <a:rPr dirty="0"/>
              <a:t>3.0</a:t>
            </a:r>
            <a:endParaRPr sz="2150" dirty="0">
              <a:latin typeface="Cambria"/>
              <a:cs typeface="Cambria"/>
            </a:endParaRPr>
          </a:p>
          <a:p>
            <a:pPr marL="2513330" marR="5080">
              <a:lnSpc>
                <a:spcPct val="100000"/>
              </a:lnSpc>
              <a:spcBef>
                <a:spcPts val="1530"/>
              </a:spcBef>
              <a:tabLst>
                <a:tab pos="5113020" algn="l"/>
                <a:tab pos="7950200" algn="l"/>
              </a:tabLst>
            </a:pPr>
            <a:r>
              <a:rPr sz="1800" dirty="0">
                <a:solidFill>
                  <a:srgbClr val="000000"/>
                </a:solidFill>
              </a:rPr>
              <a:t>“</a:t>
            </a:r>
            <a:r>
              <a:rPr sz="2400" dirty="0">
                <a:solidFill>
                  <a:srgbClr val="000000"/>
                </a:solidFill>
              </a:rPr>
              <a:t>A </a:t>
            </a:r>
            <a:r>
              <a:rPr sz="2400" spc="-10" dirty="0">
                <a:solidFill>
                  <a:srgbClr val="000000"/>
                </a:solidFill>
              </a:rPr>
              <a:t>Web Semântica </a:t>
            </a:r>
            <a:r>
              <a:rPr sz="2400" spc="-5" dirty="0">
                <a:solidFill>
                  <a:srgbClr val="000000"/>
                </a:solidFill>
              </a:rPr>
              <a:t>não </a:t>
            </a:r>
            <a:r>
              <a:rPr sz="2400" dirty="0">
                <a:solidFill>
                  <a:srgbClr val="000000"/>
                </a:solidFill>
              </a:rPr>
              <a:t>é </a:t>
            </a:r>
            <a:r>
              <a:rPr sz="2400" spc="-5" dirty="0">
                <a:solidFill>
                  <a:srgbClr val="000000"/>
                </a:solidFill>
              </a:rPr>
              <a:t>uma Web separada </a:t>
            </a:r>
            <a:r>
              <a:rPr sz="2400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mas</a:t>
            </a:r>
            <a:r>
              <a:rPr sz="2400" spc="5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sim</a:t>
            </a:r>
            <a:r>
              <a:rPr sz="2400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uma</a:t>
            </a:r>
            <a:r>
              <a:rPr sz="2400" spc="5" dirty="0">
                <a:solidFill>
                  <a:srgbClr val="000000"/>
                </a:solidFill>
              </a:rPr>
              <a:t> </a:t>
            </a:r>
            <a:r>
              <a:rPr sz="2400" spc="-10" dirty="0">
                <a:solidFill>
                  <a:srgbClr val="000000"/>
                </a:solidFill>
              </a:rPr>
              <a:t>extensão</a:t>
            </a:r>
            <a:r>
              <a:rPr sz="2400" spc="5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da</a:t>
            </a:r>
            <a:r>
              <a:rPr sz="2400" spc="5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Web </a:t>
            </a:r>
            <a:r>
              <a:rPr sz="2400" spc="-10" dirty="0">
                <a:solidFill>
                  <a:srgbClr val="000000"/>
                </a:solidFill>
              </a:rPr>
              <a:t>atual	onde</a:t>
            </a:r>
            <a:r>
              <a:rPr sz="2400" spc="-90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a </a:t>
            </a:r>
            <a:r>
              <a:rPr sz="2400" spc="-705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FF0000"/>
                </a:solidFill>
              </a:rPr>
              <a:t>informação</a:t>
            </a:r>
            <a:r>
              <a:rPr sz="2400" spc="-10" dirty="0">
                <a:solidFill>
                  <a:srgbClr val="FF0000"/>
                </a:solidFill>
              </a:rPr>
              <a:t> </a:t>
            </a:r>
            <a:r>
              <a:rPr sz="2400" spc="-5" dirty="0">
                <a:solidFill>
                  <a:srgbClr val="FF0000"/>
                </a:solidFill>
              </a:rPr>
              <a:t>possui	significado</a:t>
            </a:r>
            <a:r>
              <a:rPr sz="2400" spc="-5" dirty="0">
                <a:solidFill>
                  <a:srgbClr val="000000"/>
                </a:solidFill>
              </a:rPr>
              <a:t>,</a:t>
            </a:r>
            <a:r>
              <a:rPr sz="2400" spc="-70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permitindo</a:t>
            </a:r>
            <a:r>
              <a:rPr sz="2400" spc="-60" dirty="0">
                <a:solidFill>
                  <a:srgbClr val="000000"/>
                </a:solidFill>
              </a:rPr>
              <a:t> </a:t>
            </a:r>
            <a:r>
              <a:rPr sz="2400" spc="-5" dirty="0">
                <a:solidFill>
                  <a:srgbClr val="000000"/>
                </a:solidFill>
              </a:rPr>
              <a:t>que</a:t>
            </a:r>
            <a:endParaRPr sz="2400" dirty="0"/>
          </a:p>
        </p:txBody>
      </p:sp>
      <p:sp>
        <p:nvSpPr>
          <p:cNvPr id="6" name="object 6"/>
          <p:cNvSpPr txBox="1"/>
          <p:nvPr/>
        </p:nvSpPr>
        <p:spPr>
          <a:xfrm>
            <a:off x="5319979" y="3317211"/>
            <a:ext cx="4372610" cy="84137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890"/>
              </a:spcBef>
              <a:tabLst>
                <a:tab pos="772160" algn="l"/>
                <a:tab pos="2165985" algn="l"/>
                <a:tab pos="3940810" algn="l"/>
              </a:tabLst>
            </a:pPr>
            <a:r>
              <a:rPr sz="2400" dirty="0">
                <a:latin typeface="Trebuchet MS"/>
                <a:cs typeface="Trebuchet MS"/>
              </a:rPr>
              <a:t>e	</a:t>
            </a:r>
            <a:r>
              <a:rPr sz="2400" spc="-10" dirty="0">
                <a:latin typeface="Trebuchet MS"/>
                <a:cs typeface="Trebuchet MS"/>
              </a:rPr>
              <a:t>p</a:t>
            </a:r>
            <a:r>
              <a:rPr sz="2400" spc="-5" dirty="0">
                <a:latin typeface="Trebuchet MS"/>
                <a:cs typeface="Trebuchet MS"/>
              </a:rPr>
              <a:t>ess</a:t>
            </a:r>
            <a:r>
              <a:rPr sz="2400" dirty="0">
                <a:latin typeface="Trebuchet MS"/>
                <a:cs typeface="Trebuchet MS"/>
              </a:rPr>
              <a:t>o</a:t>
            </a:r>
            <a:r>
              <a:rPr sz="2400" spc="-5" dirty="0">
                <a:latin typeface="Trebuchet MS"/>
                <a:cs typeface="Trebuchet MS"/>
              </a:rPr>
              <a:t>a</a:t>
            </a:r>
            <a:r>
              <a:rPr sz="2400" dirty="0">
                <a:latin typeface="Trebuchet MS"/>
                <a:cs typeface="Trebuchet MS"/>
              </a:rPr>
              <a:t>s	</a:t>
            </a:r>
            <a:r>
              <a:rPr sz="2400" spc="-15" dirty="0">
                <a:latin typeface="Trebuchet MS"/>
                <a:cs typeface="Trebuchet MS"/>
              </a:rPr>
              <a:t>t</a:t>
            </a:r>
            <a:r>
              <a:rPr sz="2400" spc="5" dirty="0">
                <a:latin typeface="Trebuchet MS"/>
                <a:cs typeface="Trebuchet MS"/>
              </a:rPr>
              <a:t>r</a:t>
            </a:r>
            <a:r>
              <a:rPr sz="2400" spc="-5" dirty="0">
                <a:latin typeface="Trebuchet MS"/>
                <a:cs typeface="Trebuchet MS"/>
              </a:rPr>
              <a:t>a</a:t>
            </a:r>
            <a:r>
              <a:rPr sz="2400" spc="-10" dirty="0">
                <a:latin typeface="Trebuchet MS"/>
                <a:cs typeface="Trebuchet MS"/>
              </a:rPr>
              <a:t>b</a:t>
            </a:r>
            <a:r>
              <a:rPr sz="2400" spc="-5" dirty="0">
                <a:latin typeface="Trebuchet MS"/>
                <a:cs typeface="Trebuchet MS"/>
              </a:rPr>
              <a:t>a</a:t>
            </a:r>
            <a:r>
              <a:rPr sz="2400" dirty="0">
                <a:latin typeface="Trebuchet MS"/>
                <a:cs typeface="Trebuchet MS"/>
              </a:rPr>
              <a:t>l</a:t>
            </a:r>
            <a:r>
              <a:rPr sz="2400" spc="-5" dirty="0">
                <a:latin typeface="Trebuchet MS"/>
                <a:cs typeface="Trebuchet MS"/>
              </a:rPr>
              <a:t>he</a:t>
            </a:r>
            <a:r>
              <a:rPr sz="2400" dirty="0">
                <a:latin typeface="Trebuchet MS"/>
                <a:cs typeface="Trebuchet MS"/>
              </a:rPr>
              <a:t>m	</a:t>
            </a:r>
            <a:r>
              <a:rPr sz="2400" spc="-10" dirty="0">
                <a:latin typeface="Trebuchet MS"/>
                <a:cs typeface="Trebuchet MS"/>
              </a:rPr>
              <a:t>e</a:t>
            </a:r>
            <a:r>
              <a:rPr sz="2400" dirty="0">
                <a:latin typeface="Trebuchet MS"/>
                <a:cs typeface="Trebuchet MS"/>
              </a:rPr>
              <a:t>m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  <a:tabLst>
                <a:tab pos="1988185" algn="l"/>
                <a:tab pos="2770505" algn="l"/>
                <a:tab pos="3725545" algn="l"/>
              </a:tabLst>
            </a:pPr>
            <a:r>
              <a:rPr sz="1800" dirty="0">
                <a:latin typeface="Trebuchet MS"/>
                <a:cs typeface="Trebuchet MS"/>
              </a:rPr>
              <a:t>Tim</a:t>
            </a:r>
            <a:r>
              <a:rPr sz="1800" spc="5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Berners-Lee,	James	Hendler	</a:t>
            </a:r>
            <a:r>
              <a:rPr sz="1800" dirty="0">
                <a:latin typeface="Trebuchet MS"/>
                <a:cs typeface="Trebuchet MS"/>
              </a:rPr>
              <a:t>e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Ora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56457" y="3417379"/>
            <a:ext cx="1948814" cy="10344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400"/>
              </a:lnSpc>
              <a:spcBef>
                <a:spcPts val="90"/>
              </a:spcBef>
            </a:pPr>
            <a:r>
              <a:rPr sz="2400" spc="-10" dirty="0">
                <a:latin typeface="Trebuchet MS"/>
                <a:cs typeface="Trebuchet MS"/>
              </a:rPr>
              <a:t>c</a:t>
            </a:r>
            <a:r>
              <a:rPr sz="2400" dirty="0">
                <a:latin typeface="Trebuchet MS"/>
                <a:cs typeface="Trebuchet MS"/>
              </a:rPr>
              <a:t>o</a:t>
            </a:r>
            <a:r>
              <a:rPr sz="2400" spc="-5" dirty="0">
                <a:latin typeface="Trebuchet MS"/>
                <a:cs typeface="Trebuchet MS"/>
              </a:rPr>
              <a:t>m</a:t>
            </a:r>
            <a:r>
              <a:rPr sz="2400" spc="-10" dirty="0">
                <a:latin typeface="Trebuchet MS"/>
                <a:cs typeface="Trebuchet MS"/>
              </a:rPr>
              <a:t>p</a:t>
            </a:r>
            <a:r>
              <a:rPr sz="2400" spc="-5" dirty="0">
                <a:latin typeface="Trebuchet MS"/>
                <a:cs typeface="Trebuchet MS"/>
              </a:rPr>
              <a:t>uta</a:t>
            </a:r>
            <a:r>
              <a:rPr sz="2400" spc="-10" dirty="0">
                <a:latin typeface="Trebuchet MS"/>
                <a:cs typeface="Trebuchet MS"/>
              </a:rPr>
              <a:t>do</a:t>
            </a:r>
            <a:r>
              <a:rPr sz="2400" spc="5" dirty="0">
                <a:latin typeface="Trebuchet MS"/>
                <a:cs typeface="Trebuchet MS"/>
              </a:rPr>
              <a:t>r</a:t>
            </a:r>
            <a:r>
              <a:rPr sz="2400" spc="-5" dirty="0">
                <a:latin typeface="Trebuchet MS"/>
                <a:cs typeface="Trebuchet MS"/>
              </a:rPr>
              <a:t>es  cooperação</a:t>
            </a:r>
            <a:r>
              <a:rPr sz="1800" spc="-5" dirty="0">
                <a:latin typeface="Trebuchet MS"/>
                <a:cs typeface="Trebuchet MS"/>
              </a:rPr>
              <a:t>” </a:t>
            </a:r>
            <a:r>
              <a:rPr sz="1800" dirty="0">
                <a:latin typeface="Trebuchet MS"/>
                <a:cs typeface="Trebuchet MS"/>
              </a:rPr>
              <a:t>- </a:t>
            </a:r>
            <a:r>
              <a:rPr sz="1800" spc="5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Lassila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2765" y="507606"/>
            <a:ext cx="4257001" cy="101339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5535" y="629907"/>
            <a:ext cx="3712845" cy="575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600" dirty="0"/>
              <a:t>Gerações</a:t>
            </a:r>
            <a:r>
              <a:rPr sz="3600" spc="-35" dirty="0"/>
              <a:t> </a:t>
            </a:r>
            <a:r>
              <a:rPr sz="3600" spc="5" dirty="0"/>
              <a:t>da</a:t>
            </a:r>
            <a:r>
              <a:rPr sz="3600" spc="-35" dirty="0"/>
              <a:t> </a:t>
            </a:r>
            <a:r>
              <a:rPr sz="3600" dirty="0"/>
              <a:t>Web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755535" y="1494651"/>
            <a:ext cx="10369665" cy="3972882"/>
          </a:xfrm>
          <a:prstGeom prst="rect">
            <a:avLst/>
          </a:prstGeom>
        </p:spPr>
        <p:txBody>
          <a:bodyPr vert="horz" wrap="square" lIns="0" tIns="2311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20"/>
              </a:spcBef>
            </a:pPr>
            <a:r>
              <a:rPr sz="2150" spc="-210" dirty="0">
                <a:solidFill>
                  <a:srgbClr val="5ECAEE"/>
                </a:solidFill>
                <a:latin typeface="Cambria"/>
                <a:cs typeface="Cambria"/>
              </a:rPr>
              <a:t>▶</a:t>
            </a:r>
            <a:r>
              <a:rPr sz="2150" spc="-200" dirty="0">
                <a:solidFill>
                  <a:srgbClr val="5ECAEE"/>
                </a:solidFill>
                <a:latin typeface="Cambria"/>
                <a:cs typeface="Cambria"/>
              </a:rPr>
              <a:t> </a:t>
            </a:r>
            <a:r>
              <a:rPr dirty="0"/>
              <a:t>3ª</a:t>
            </a:r>
            <a:r>
              <a:rPr spc="-10" dirty="0"/>
              <a:t> Geração</a:t>
            </a:r>
            <a:r>
              <a:rPr spc="-5" dirty="0"/>
              <a:t> </a:t>
            </a:r>
            <a:r>
              <a:rPr dirty="0"/>
              <a:t>ou</a:t>
            </a:r>
            <a:r>
              <a:rPr spc="-15" dirty="0"/>
              <a:t> </a:t>
            </a:r>
            <a:r>
              <a:rPr dirty="0"/>
              <a:t>Web</a:t>
            </a:r>
            <a:r>
              <a:rPr spc="-20" dirty="0"/>
              <a:t> </a:t>
            </a:r>
            <a:r>
              <a:rPr dirty="0"/>
              <a:t>3.0</a:t>
            </a:r>
            <a:endParaRPr lang="pt-BR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3200" b="1" i="0" dirty="0">
                <a:solidFill>
                  <a:srgbClr val="404040"/>
                </a:solidFill>
                <a:effectLst/>
                <a:latin typeface="quote-cjk-patch"/>
              </a:rPr>
              <a:t>Características</a:t>
            </a:r>
            <a:r>
              <a:rPr lang="pt-BR" sz="3200" b="0" i="0" dirty="0">
                <a:solidFill>
                  <a:srgbClr val="404040"/>
                </a:solidFill>
                <a:effectLst/>
                <a:latin typeface="quote-cjk-patch"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2400" b="1" i="0" dirty="0">
                <a:solidFill>
                  <a:srgbClr val="FF0000"/>
                </a:solidFill>
                <a:effectLst/>
                <a:latin typeface="quote-cjk-patch"/>
              </a:rPr>
              <a:t>Internet semântica</a:t>
            </a:r>
            <a:r>
              <a:rPr lang="pt-BR" sz="2400" b="0" i="0" dirty="0">
                <a:solidFill>
                  <a:srgbClr val="FF0000"/>
                </a:solidFill>
                <a:effectLst/>
                <a:latin typeface="quote-cjk-patch"/>
              </a:rPr>
              <a:t> </a:t>
            </a:r>
            <a:r>
              <a:rPr lang="pt-BR" sz="2400" b="0" i="0" dirty="0">
                <a:solidFill>
                  <a:srgbClr val="404040"/>
                </a:solidFill>
                <a:effectLst/>
                <a:latin typeface="quote-cjk-patch"/>
              </a:rPr>
              <a:t>(máquinas entendem e interpretam dados).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2400" b="1" i="0" dirty="0">
                <a:solidFill>
                  <a:srgbClr val="FF0000"/>
                </a:solidFill>
                <a:effectLst/>
                <a:latin typeface="quote-cjk-patch"/>
              </a:rPr>
              <a:t>Descentralização</a:t>
            </a:r>
            <a:r>
              <a:rPr lang="pt-BR" sz="2400" b="0" i="0" dirty="0">
                <a:solidFill>
                  <a:srgbClr val="404040"/>
                </a:solidFill>
                <a:effectLst/>
                <a:latin typeface="quote-cjk-patch"/>
              </a:rPr>
              <a:t> (blockchain, NFTs, criptomoedas).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2400" b="1" i="0" dirty="0">
                <a:solidFill>
                  <a:srgbClr val="FF0000"/>
                </a:solidFill>
                <a:effectLst/>
                <a:latin typeface="quote-cjk-patch"/>
              </a:rPr>
              <a:t>Inteligência Artificial</a:t>
            </a:r>
            <a:r>
              <a:rPr lang="pt-BR" sz="2400" b="0" i="0" dirty="0">
                <a:solidFill>
                  <a:srgbClr val="FF0000"/>
                </a:solidFill>
                <a:effectLst/>
                <a:latin typeface="quote-cjk-patch"/>
              </a:rPr>
              <a:t> </a:t>
            </a:r>
            <a:r>
              <a:rPr lang="pt-BR" sz="2400" b="1" i="0" dirty="0">
                <a:solidFill>
                  <a:srgbClr val="FF0000"/>
                </a:solidFill>
                <a:effectLst/>
                <a:latin typeface="quote-cjk-patch"/>
              </a:rPr>
              <a:t>integrada</a:t>
            </a:r>
            <a:r>
              <a:rPr lang="pt-BR" sz="2400" b="0" i="0" dirty="0">
                <a:solidFill>
                  <a:srgbClr val="FF0000"/>
                </a:solidFill>
                <a:effectLst/>
                <a:latin typeface="quote-cjk-patch"/>
              </a:rPr>
              <a:t> </a:t>
            </a:r>
            <a:r>
              <a:rPr lang="pt-BR" sz="2400" b="0" i="0" dirty="0">
                <a:solidFill>
                  <a:srgbClr val="404040"/>
                </a:solidFill>
                <a:effectLst/>
                <a:latin typeface="quote-cjk-patch"/>
              </a:rPr>
              <a:t>(chatbots, busca personalizada).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2400" b="1" i="0" dirty="0">
                <a:solidFill>
                  <a:srgbClr val="FF0000"/>
                </a:solidFill>
                <a:effectLst/>
                <a:latin typeface="quote-cjk-patch"/>
              </a:rPr>
              <a:t>Experiências imersivas</a:t>
            </a:r>
            <a:r>
              <a:rPr lang="pt-BR" sz="2400" b="0" i="0" dirty="0">
                <a:solidFill>
                  <a:srgbClr val="FF0000"/>
                </a:solidFill>
                <a:effectLst/>
                <a:latin typeface="quote-cjk-patch"/>
              </a:rPr>
              <a:t> </a:t>
            </a:r>
            <a:r>
              <a:rPr lang="pt-BR" sz="2400" b="0" i="0" dirty="0">
                <a:solidFill>
                  <a:srgbClr val="404040"/>
                </a:solidFill>
                <a:effectLst/>
                <a:latin typeface="quote-cjk-patch"/>
              </a:rPr>
              <a:t>(metaverso, realidade aumentada/virtual).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2400" b="0" i="0" dirty="0">
                <a:solidFill>
                  <a:srgbClr val="404040"/>
                </a:solidFill>
                <a:effectLst/>
                <a:latin typeface="quote-cjk-patch"/>
              </a:rPr>
              <a:t>Maior </a:t>
            </a:r>
            <a:r>
              <a:rPr lang="pt-BR" sz="2400" b="1" i="0" dirty="0">
                <a:solidFill>
                  <a:srgbClr val="FF0000"/>
                </a:solidFill>
                <a:effectLst/>
                <a:latin typeface="quote-cjk-patch"/>
              </a:rPr>
              <a:t>privacidade e controle dos dados</a:t>
            </a:r>
            <a:r>
              <a:rPr lang="pt-BR" sz="2400" b="0" i="0" dirty="0">
                <a:solidFill>
                  <a:srgbClr val="FF0000"/>
                </a:solidFill>
                <a:effectLst/>
                <a:latin typeface="quote-cjk-patch"/>
              </a:rPr>
              <a:t> </a:t>
            </a:r>
            <a:r>
              <a:rPr lang="pt-BR" sz="2400" b="0" i="0" dirty="0">
                <a:solidFill>
                  <a:srgbClr val="404040"/>
                </a:solidFill>
                <a:effectLst/>
                <a:latin typeface="quote-cjk-patch"/>
              </a:rPr>
              <a:t>pelo usuário.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3200" b="1" i="0" dirty="0">
                <a:solidFill>
                  <a:srgbClr val="404040"/>
                </a:solidFill>
                <a:effectLst/>
                <a:latin typeface="quote-cjk-patch"/>
              </a:rPr>
              <a:t>Exemplos</a:t>
            </a:r>
            <a:r>
              <a:rPr lang="pt-BR" sz="3200" b="0" i="0" dirty="0">
                <a:solidFill>
                  <a:srgbClr val="404040"/>
                </a:solidFill>
                <a:effectLst/>
                <a:latin typeface="quote-cjk-patch"/>
              </a:rPr>
              <a:t>: Blockchain (Ethereum), NFTs, ChatGPT, Metaverso (Horizon Worlds).</a:t>
            </a:r>
          </a:p>
        </p:txBody>
      </p:sp>
    </p:spTree>
    <p:extLst>
      <p:ext uri="{BB962C8B-B14F-4D97-AF65-F5344CB8AC3E}">
        <p14:creationId xmlns:p14="http://schemas.microsoft.com/office/powerpoint/2010/main" val="11553398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2765" y="507606"/>
            <a:ext cx="4257001" cy="101339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5535" y="629907"/>
            <a:ext cx="3712845" cy="575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600" dirty="0"/>
              <a:t>Gerações</a:t>
            </a:r>
            <a:r>
              <a:rPr sz="3600" spc="-35" dirty="0"/>
              <a:t> </a:t>
            </a:r>
            <a:r>
              <a:rPr sz="3600" spc="5" dirty="0"/>
              <a:t>da</a:t>
            </a:r>
            <a:r>
              <a:rPr sz="3600" spc="-35" dirty="0"/>
              <a:t> </a:t>
            </a:r>
            <a:r>
              <a:rPr sz="3600" dirty="0"/>
              <a:t>Web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755535" y="1494651"/>
            <a:ext cx="9988665" cy="4726935"/>
          </a:xfrm>
          <a:prstGeom prst="rect">
            <a:avLst/>
          </a:prstGeom>
        </p:spPr>
        <p:txBody>
          <a:bodyPr vert="horz" wrap="square" lIns="0" tIns="231140" rIns="0" bIns="0" rtlCol="0">
            <a:spAutoFit/>
          </a:bodyPr>
          <a:lstStyle/>
          <a:p>
            <a:pPr algn="l"/>
            <a:r>
              <a:rPr lang="pt-BR" sz="3600" b="1" i="0" dirty="0">
                <a:solidFill>
                  <a:srgbClr val="404040"/>
                </a:solidFill>
                <a:effectLst/>
                <a:latin typeface="quote-cjk-patch"/>
              </a:rPr>
              <a:t>Possível Web 4.0 (Futuro – ainda em discussão)</a:t>
            </a:r>
            <a:endParaRPr lang="pt-BR" sz="3600" b="0" i="0" dirty="0">
              <a:solidFill>
                <a:srgbClr val="404040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pt-BR" sz="3600" b="0" i="0" dirty="0">
              <a:solidFill>
                <a:srgbClr val="404040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3600" b="0" i="0" dirty="0">
                <a:solidFill>
                  <a:srgbClr val="404040"/>
                </a:solidFill>
                <a:effectLst/>
                <a:latin typeface="quote-cjk-patch"/>
              </a:rPr>
              <a:t>Alguns especialistas falam em uma</a:t>
            </a:r>
            <a:r>
              <a:rPr lang="pt-BR" sz="3600" b="0" i="0" dirty="0">
                <a:solidFill>
                  <a:srgbClr val="FF0000"/>
                </a:solidFill>
                <a:effectLst/>
                <a:latin typeface="quote-cjk-patch"/>
              </a:rPr>
              <a:t> </a:t>
            </a:r>
            <a:r>
              <a:rPr lang="pt-BR" sz="3600" b="1" i="0" dirty="0">
                <a:solidFill>
                  <a:srgbClr val="FF0000"/>
                </a:solidFill>
                <a:effectLst/>
                <a:latin typeface="quote-cjk-patch"/>
              </a:rPr>
              <a:t>Web mais inteligente</a:t>
            </a:r>
            <a:r>
              <a:rPr lang="pt-BR" sz="3600" b="0" i="0" dirty="0">
                <a:solidFill>
                  <a:srgbClr val="404040"/>
                </a:solidFill>
                <a:effectLst/>
                <a:latin typeface="quote-cjk-patch"/>
              </a:rPr>
              <a:t>, com: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pt-BR" sz="3600" b="0" i="0" dirty="0">
              <a:solidFill>
                <a:srgbClr val="404040"/>
              </a:solidFill>
              <a:effectLst/>
              <a:latin typeface="quote-cjk-patch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2800" b="1" i="0" dirty="0">
                <a:solidFill>
                  <a:srgbClr val="404040"/>
                </a:solidFill>
                <a:effectLst/>
                <a:latin typeface="quote-cjk-patch"/>
              </a:rPr>
              <a:t>Total integração entre humanos e máquinas</a:t>
            </a:r>
            <a:r>
              <a:rPr lang="pt-BR" sz="2800" b="0" i="0" dirty="0">
                <a:solidFill>
                  <a:srgbClr val="404040"/>
                </a:solidFill>
                <a:effectLst/>
                <a:latin typeface="quote-cjk-patch"/>
              </a:rPr>
              <a:t> (IoT avançada).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2800" b="1" i="0" dirty="0">
                <a:solidFill>
                  <a:srgbClr val="404040"/>
                </a:solidFill>
                <a:effectLst/>
                <a:latin typeface="quote-cjk-patch"/>
              </a:rPr>
              <a:t>Internet das Coisas (IoT) generalizada</a:t>
            </a:r>
            <a:r>
              <a:rPr lang="pt-BR" sz="2800" b="0" i="0" dirty="0">
                <a:solidFill>
                  <a:srgbClr val="404040"/>
                </a:solidFill>
                <a:effectLst/>
                <a:latin typeface="quote-cjk-patch"/>
              </a:rPr>
              <a:t>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2800" b="1" i="0" dirty="0">
                <a:solidFill>
                  <a:srgbClr val="404040"/>
                </a:solidFill>
                <a:effectLst/>
                <a:latin typeface="quote-cjk-patch"/>
              </a:rPr>
              <a:t>Assistentes virtuais ultra-personalizados</a:t>
            </a:r>
            <a:r>
              <a:rPr lang="pt-BR" sz="2800" b="0" i="0" dirty="0">
                <a:solidFill>
                  <a:srgbClr val="404040"/>
                </a:solidFill>
                <a:effectLst/>
                <a:latin typeface="quote-cjk-patch"/>
              </a:rPr>
              <a:t>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2800" b="1" i="0" dirty="0">
                <a:solidFill>
                  <a:srgbClr val="404040"/>
                </a:solidFill>
                <a:effectLst/>
                <a:latin typeface="quote-cjk-patch"/>
              </a:rPr>
              <a:t>Tecnologia quântica aplicada à web</a:t>
            </a:r>
            <a:r>
              <a:rPr lang="pt-BR" sz="2800" b="0" i="0" dirty="0">
                <a:solidFill>
                  <a:srgbClr val="404040"/>
                </a:solidFill>
                <a:effectLst/>
                <a:latin typeface="quote-cjk-patch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027642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2678" y="2367000"/>
            <a:ext cx="8904960" cy="166860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10145" y="2572829"/>
            <a:ext cx="791464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0" dirty="0"/>
              <a:t>Desenvolvimento</a:t>
            </a:r>
            <a:r>
              <a:rPr sz="6000" spc="-35" dirty="0"/>
              <a:t> </a:t>
            </a:r>
            <a:r>
              <a:rPr sz="6000" spc="-5" dirty="0"/>
              <a:t>WEB</a:t>
            </a:r>
            <a:endParaRPr sz="6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82765" y="507606"/>
            <a:ext cx="8503920" cy="1562100"/>
            <a:chOff x="482765" y="507606"/>
            <a:chExt cx="8503920" cy="1562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2765" y="507606"/>
              <a:ext cx="4218838" cy="101339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99674" y="507606"/>
              <a:ext cx="1851482" cy="101339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49240" y="507606"/>
              <a:ext cx="769683" cy="101339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16994" y="507606"/>
              <a:ext cx="1463040" cy="101339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12394" y="507606"/>
              <a:ext cx="987844" cy="101339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98678" y="507606"/>
              <a:ext cx="1920240" cy="101339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17001" y="507606"/>
              <a:ext cx="769683" cy="101339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2765" y="1056246"/>
              <a:ext cx="1463039" cy="1013396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755535" y="629907"/>
            <a:ext cx="7951470" cy="11258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sz="3600" b="0" dirty="0">
                <a:latin typeface="Trebuchet MS"/>
                <a:cs typeface="Trebuchet MS"/>
              </a:rPr>
              <a:t>Desenvolvimento</a:t>
            </a:r>
            <a:r>
              <a:rPr sz="3600" b="0" spc="25" dirty="0">
                <a:latin typeface="Trebuchet MS"/>
                <a:cs typeface="Trebuchet MS"/>
              </a:rPr>
              <a:t> </a:t>
            </a:r>
            <a:r>
              <a:rPr sz="3600" b="0" i="1" dirty="0">
                <a:latin typeface="Trebuchet MS"/>
                <a:cs typeface="Trebuchet MS"/>
              </a:rPr>
              <a:t>Client-Side</a:t>
            </a:r>
            <a:r>
              <a:rPr sz="3600" b="0" i="1" spc="-5" dirty="0">
                <a:latin typeface="Trebuchet MS"/>
                <a:cs typeface="Trebuchet MS"/>
              </a:rPr>
              <a:t> </a:t>
            </a:r>
            <a:r>
              <a:rPr sz="3600" b="0" spc="5" dirty="0">
                <a:latin typeface="Trebuchet MS"/>
                <a:cs typeface="Trebuchet MS"/>
              </a:rPr>
              <a:t>e</a:t>
            </a:r>
            <a:r>
              <a:rPr sz="3600" b="0" spc="-10" dirty="0">
                <a:latin typeface="Trebuchet MS"/>
                <a:cs typeface="Trebuchet MS"/>
              </a:rPr>
              <a:t> </a:t>
            </a:r>
            <a:r>
              <a:rPr sz="3600" b="0" i="1" dirty="0">
                <a:latin typeface="Trebuchet MS"/>
                <a:cs typeface="Trebuchet MS"/>
              </a:rPr>
              <a:t>Server- </a:t>
            </a:r>
            <a:r>
              <a:rPr sz="3600" b="0" i="1" spc="-1070" dirty="0">
                <a:latin typeface="Trebuchet MS"/>
                <a:cs typeface="Trebuchet MS"/>
              </a:rPr>
              <a:t> </a:t>
            </a:r>
            <a:r>
              <a:rPr sz="3600" b="0" i="1" dirty="0">
                <a:latin typeface="Trebuchet MS"/>
                <a:cs typeface="Trebuchet MS"/>
              </a:rPr>
              <a:t>Side</a:t>
            </a:r>
            <a:endParaRPr sz="36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56200" y="2722680"/>
            <a:ext cx="4707255" cy="3079074"/>
            <a:chOff x="556200" y="2722680"/>
            <a:chExt cx="4707255" cy="2657475"/>
          </a:xfrm>
        </p:grpSpPr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85596" y="3088610"/>
              <a:ext cx="3981081" cy="172523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66280" y="2732760"/>
              <a:ext cx="4686935" cy="2637155"/>
            </a:xfrm>
            <a:custGeom>
              <a:avLst/>
              <a:gdLst/>
              <a:ahLst/>
              <a:cxnLst/>
              <a:rect l="l" t="t" r="r" b="b"/>
              <a:pathLst>
                <a:path w="4686935" h="2637154">
                  <a:moveTo>
                    <a:pt x="12598" y="660958"/>
                  </a:moveTo>
                  <a:lnTo>
                    <a:pt x="16862" y="620695"/>
                  </a:lnTo>
                  <a:lnTo>
                    <a:pt x="29493" y="581069"/>
                  </a:lnTo>
                  <a:lnTo>
                    <a:pt x="50245" y="542150"/>
                  </a:lnTo>
                  <a:lnTo>
                    <a:pt x="78875" y="504008"/>
                  </a:lnTo>
                  <a:lnTo>
                    <a:pt x="115139" y="466711"/>
                  </a:lnTo>
                  <a:lnTo>
                    <a:pt x="158791" y="430329"/>
                  </a:lnTo>
                  <a:lnTo>
                    <a:pt x="209588" y="394930"/>
                  </a:lnTo>
                  <a:lnTo>
                    <a:pt x="267285" y="360584"/>
                  </a:lnTo>
                  <a:lnTo>
                    <a:pt x="331638" y="327360"/>
                  </a:lnTo>
                  <a:lnTo>
                    <a:pt x="366235" y="311191"/>
                  </a:lnTo>
                  <a:lnTo>
                    <a:pt x="402404" y="295327"/>
                  </a:lnTo>
                  <a:lnTo>
                    <a:pt x="440114" y="279779"/>
                  </a:lnTo>
                  <a:lnTo>
                    <a:pt x="479336" y="264555"/>
                  </a:lnTo>
                  <a:lnTo>
                    <a:pt x="520039" y="249663"/>
                  </a:lnTo>
                  <a:lnTo>
                    <a:pt x="562193" y="235112"/>
                  </a:lnTo>
                  <a:lnTo>
                    <a:pt x="605766" y="220910"/>
                  </a:lnTo>
                  <a:lnTo>
                    <a:pt x="650728" y="207067"/>
                  </a:lnTo>
                  <a:lnTo>
                    <a:pt x="697049" y="193590"/>
                  </a:lnTo>
                  <a:lnTo>
                    <a:pt x="744698" y="180490"/>
                  </a:lnTo>
                  <a:lnTo>
                    <a:pt x="793644" y="167773"/>
                  </a:lnTo>
                  <a:lnTo>
                    <a:pt x="843858" y="155449"/>
                  </a:lnTo>
                  <a:lnTo>
                    <a:pt x="895308" y="143527"/>
                  </a:lnTo>
                  <a:lnTo>
                    <a:pt x="947964" y="132015"/>
                  </a:lnTo>
                  <a:lnTo>
                    <a:pt x="1001796" y="120921"/>
                  </a:lnTo>
                  <a:lnTo>
                    <a:pt x="1056772" y="110255"/>
                  </a:lnTo>
                  <a:lnTo>
                    <a:pt x="1112863" y="100025"/>
                  </a:lnTo>
                  <a:lnTo>
                    <a:pt x="1170038" y="90240"/>
                  </a:lnTo>
                  <a:lnTo>
                    <a:pt x="1228266" y="80908"/>
                  </a:lnTo>
                  <a:lnTo>
                    <a:pt x="1287517" y="72038"/>
                  </a:lnTo>
                  <a:lnTo>
                    <a:pt x="1347761" y="63639"/>
                  </a:lnTo>
                  <a:lnTo>
                    <a:pt x="1408966" y="55719"/>
                  </a:lnTo>
                  <a:lnTo>
                    <a:pt x="1471102" y="48287"/>
                  </a:lnTo>
                  <a:lnTo>
                    <a:pt x="1534138" y="41351"/>
                  </a:lnTo>
                  <a:lnTo>
                    <a:pt x="1598045" y="34920"/>
                  </a:lnTo>
                  <a:lnTo>
                    <a:pt x="1662792" y="29004"/>
                  </a:lnTo>
                  <a:lnTo>
                    <a:pt x="1728347" y="23610"/>
                  </a:lnTo>
                  <a:lnTo>
                    <a:pt x="1794681" y="18747"/>
                  </a:lnTo>
                  <a:lnTo>
                    <a:pt x="1861763" y="14423"/>
                  </a:lnTo>
                  <a:lnTo>
                    <a:pt x="1929563" y="10648"/>
                  </a:lnTo>
                  <a:lnTo>
                    <a:pt x="1998049" y="7431"/>
                  </a:lnTo>
                  <a:lnTo>
                    <a:pt x="2067192" y="4778"/>
                  </a:lnTo>
                  <a:lnTo>
                    <a:pt x="2136960" y="2701"/>
                  </a:lnTo>
                  <a:lnTo>
                    <a:pt x="2207324" y="1206"/>
                  </a:lnTo>
                  <a:lnTo>
                    <a:pt x="2278253" y="303"/>
                  </a:lnTo>
                  <a:lnTo>
                    <a:pt x="2349715" y="0"/>
                  </a:lnTo>
                  <a:lnTo>
                    <a:pt x="2421159" y="303"/>
                  </a:lnTo>
                  <a:lnTo>
                    <a:pt x="2492069" y="1206"/>
                  </a:lnTo>
                  <a:lnTo>
                    <a:pt x="2562415" y="2701"/>
                  </a:lnTo>
                  <a:lnTo>
                    <a:pt x="2632166" y="4778"/>
                  </a:lnTo>
                  <a:lnTo>
                    <a:pt x="2701292" y="7431"/>
                  </a:lnTo>
                  <a:lnTo>
                    <a:pt x="2769762" y="10648"/>
                  </a:lnTo>
                  <a:lnTo>
                    <a:pt x="2837546" y="14423"/>
                  </a:lnTo>
                  <a:lnTo>
                    <a:pt x="2904614" y="18747"/>
                  </a:lnTo>
                  <a:lnTo>
                    <a:pt x="2970934" y="23610"/>
                  </a:lnTo>
                  <a:lnTo>
                    <a:pt x="3036476" y="29004"/>
                  </a:lnTo>
                  <a:lnTo>
                    <a:pt x="3101209" y="34920"/>
                  </a:lnTo>
                  <a:lnTo>
                    <a:pt x="3165104" y="41351"/>
                  </a:lnTo>
                  <a:lnTo>
                    <a:pt x="3228129" y="48287"/>
                  </a:lnTo>
                  <a:lnTo>
                    <a:pt x="3290254" y="55719"/>
                  </a:lnTo>
                  <a:lnTo>
                    <a:pt x="3351449" y="63639"/>
                  </a:lnTo>
                  <a:lnTo>
                    <a:pt x="3411682" y="72038"/>
                  </a:lnTo>
                  <a:lnTo>
                    <a:pt x="3470923" y="80908"/>
                  </a:lnTo>
                  <a:lnTo>
                    <a:pt x="3529142" y="90240"/>
                  </a:lnTo>
                  <a:lnTo>
                    <a:pt x="3586309" y="100025"/>
                  </a:lnTo>
                  <a:lnTo>
                    <a:pt x="3642392" y="110255"/>
                  </a:lnTo>
                  <a:lnTo>
                    <a:pt x="3697361" y="120921"/>
                  </a:lnTo>
                  <a:lnTo>
                    <a:pt x="3751185" y="132015"/>
                  </a:lnTo>
                  <a:lnTo>
                    <a:pt x="3803835" y="143527"/>
                  </a:lnTo>
                  <a:lnTo>
                    <a:pt x="3855278" y="155449"/>
                  </a:lnTo>
                  <a:lnTo>
                    <a:pt x="3905486" y="167773"/>
                  </a:lnTo>
                  <a:lnTo>
                    <a:pt x="3954427" y="180490"/>
                  </a:lnTo>
                  <a:lnTo>
                    <a:pt x="4002071" y="193590"/>
                  </a:lnTo>
                  <a:lnTo>
                    <a:pt x="4048387" y="207067"/>
                  </a:lnTo>
                  <a:lnTo>
                    <a:pt x="4093345" y="220910"/>
                  </a:lnTo>
                  <a:lnTo>
                    <a:pt x="4136914" y="235112"/>
                  </a:lnTo>
                  <a:lnTo>
                    <a:pt x="4179063" y="249663"/>
                  </a:lnTo>
                  <a:lnTo>
                    <a:pt x="4219763" y="264555"/>
                  </a:lnTo>
                  <a:lnTo>
                    <a:pt x="4258982" y="279779"/>
                  </a:lnTo>
                  <a:lnTo>
                    <a:pt x="4296690" y="295327"/>
                  </a:lnTo>
                  <a:lnTo>
                    <a:pt x="4332856" y="311191"/>
                  </a:lnTo>
                  <a:lnTo>
                    <a:pt x="4367450" y="327360"/>
                  </a:lnTo>
                  <a:lnTo>
                    <a:pt x="4431800" y="360584"/>
                  </a:lnTo>
                  <a:lnTo>
                    <a:pt x="4489494" y="394930"/>
                  </a:lnTo>
                  <a:lnTo>
                    <a:pt x="4540288" y="430329"/>
                  </a:lnTo>
                  <a:lnTo>
                    <a:pt x="4583939" y="466711"/>
                  </a:lnTo>
                  <a:lnTo>
                    <a:pt x="4620201" y="504008"/>
                  </a:lnTo>
                  <a:lnTo>
                    <a:pt x="4648830" y="542150"/>
                  </a:lnTo>
                  <a:lnTo>
                    <a:pt x="4669582" y="581069"/>
                  </a:lnTo>
                  <a:lnTo>
                    <a:pt x="4682213" y="620695"/>
                  </a:lnTo>
                  <a:lnTo>
                    <a:pt x="4686477" y="660958"/>
                  </a:lnTo>
                  <a:lnTo>
                    <a:pt x="4685406" y="681146"/>
                  </a:lnTo>
                  <a:lnTo>
                    <a:pt x="4676928" y="721060"/>
                  </a:lnTo>
                  <a:lnTo>
                    <a:pt x="4660206" y="760301"/>
                  </a:lnTo>
                  <a:lnTo>
                    <a:pt x="4635485" y="798801"/>
                  </a:lnTo>
                  <a:lnTo>
                    <a:pt x="4603009" y="836490"/>
                  </a:lnTo>
                  <a:lnTo>
                    <a:pt x="4563022" y="873299"/>
                  </a:lnTo>
                  <a:lnTo>
                    <a:pt x="4515769" y="909161"/>
                  </a:lnTo>
                  <a:lnTo>
                    <a:pt x="4461494" y="944004"/>
                  </a:lnTo>
                  <a:lnTo>
                    <a:pt x="4400441" y="977761"/>
                  </a:lnTo>
                  <a:lnTo>
                    <a:pt x="4332856" y="1010362"/>
                  </a:lnTo>
                  <a:lnTo>
                    <a:pt x="4296690" y="1026208"/>
                  </a:lnTo>
                  <a:lnTo>
                    <a:pt x="4258982" y="1041739"/>
                  </a:lnTo>
                  <a:lnTo>
                    <a:pt x="4219763" y="1056947"/>
                  </a:lnTo>
                  <a:lnTo>
                    <a:pt x="4179063" y="1071822"/>
                  </a:lnTo>
                  <a:lnTo>
                    <a:pt x="4136914" y="1086357"/>
                  </a:lnTo>
                  <a:lnTo>
                    <a:pt x="4093345" y="1100542"/>
                  </a:lnTo>
                  <a:lnTo>
                    <a:pt x="4048387" y="1114370"/>
                  </a:lnTo>
                  <a:lnTo>
                    <a:pt x="4002071" y="1127831"/>
                  </a:lnTo>
                  <a:lnTo>
                    <a:pt x="3954427" y="1140917"/>
                  </a:lnTo>
                  <a:lnTo>
                    <a:pt x="3905486" y="1153619"/>
                  </a:lnTo>
                  <a:lnTo>
                    <a:pt x="3855278" y="1165928"/>
                  </a:lnTo>
                  <a:lnTo>
                    <a:pt x="3803835" y="1177837"/>
                  </a:lnTo>
                  <a:lnTo>
                    <a:pt x="3751185" y="1189336"/>
                  </a:lnTo>
                  <a:lnTo>
                    <a:pt x="3697361" y="1200416"/>
                  </a:lnTo>
                  <a:lnTo>
                    <a:pt x="3642392" y="1211070"/>
                  </a:lnTo>
                  <a:lnTo>
                    <a:pt x="3586309" y="1221288"/>
                  </a:lnTo>
                  <a:lnTo>
                    <a:pt x="3529142" y="1231061"/>
                  </a:lnTo>
                  <a:lnTo>
                    <a:pt x="3470923" y="1240382"/>
                  </a:lnTo>
                  <a:lnTo>
                    <a:pt x="3411682" y="1249242"/>
                  </a:lnTo>
                  <a:lnTo>
                    <a:pt x="3351449" y="1257631"/>
                  </a:lnTo>
                  <a:lnTo>
                    <a:pt x="3290254" y="1265542"/>
                  </a:lnTo>
                  <a:lnTo>
                    <a:pt x="3228129" y="1272965"/>
                  </a:lnTo>
                  <a:lnTo>
                    <a:pt x="3165104" y="1279892"/>
                  </a:lnTo>
                  <a:lnTo>
                    <a:pt x="3101209" y="1286315"/>
                  </a:lnTo>
                  <a:lnTo>
                    <a:pt x="3036476" y="1292224"/>
                  </a:lnTo>
                  <a:lnTo>
                    <a:pt x="2970934" y="1297612"/>
                  </a:lnTo>
                  <a:lnTo>
                    <a:pt x="2904614" y="1302469"/>
                  </a:lnTo>
                  <a:lnTo>
                    <a:pt x="2837546" y="1306787"/>
                  </a:lnTo>
                  <a:lnTo>
                    <a:pt x="2769762" y="1310557"/>
                  </a:lnTo>
                  <a:lnTo>
                    <a:pt x="2701292" y="1313771"/>
                  </a:lnTo>
                  <a:lnTo>
                    <a:pt x="2632166" y="1316420"/>
                  </a:lnTo>
                  <a:lnTo>
                    <a:pt x="2562415" y="1318495"/>
                  </a:lnTo>
                  <a:lnTo>
                    <a:pt x="2492069" y="1319988"/>
                  </a:lnTo>
                  <a:lnTo>
                    <a:pt x="2421159" y="1320891"/>
                  </a:lnTo>
                  <a:lnTo>
                    <a:pt x="2349715" y="1321193"/>
                  </a:lnTo>
                  <a:lnTo>
                    <a:pt x="2278253" y="1320891"/>
                  </a:lnTo>
                  <a:lnTo>
                    <a:pt x="2207324" y="1319988"/>
                  </a:lnTo>
                  <a:lnTo>
                    <a:pt x="2136960" y="1318495"/>
                  </a:lnTo>
                  <a:lnTo>
                    <a:pt x="2067192" y="1316420"/>
                  </a:lnTo>
                  <a:lnTo>
                    <a:pt x="1998049" y="1313771"/>
                  </a:lnTo>
                  <a:lnTo>
                    <a:pt x="1929563" y="1310557"/>
                  </a:lnTo>
                  <a:lnTo>
                    <a:pt x="1861763" y="1306787"/>
                  </a:lnTo>
                  <a:lnTo>
                    <a:pt x="1794681" y="1302469"/>
                  </a:lnTo>
                  <a:lnTo>
                    <a:pt x="1728347" y="1297612"/>
                  </a:lnTo>
                  <a:lnTo>
                    <a:pt x="1662792" y="1292224"/>
                  </a:lnTo>
                  <a:lnTo>
                    <a:pt x="1598045" y="1286315"/>
                  </a:lnTo>
                  <a:lnTo>
                    <a:pt x="1534138" y="1279892"/>
                  </a:lnTo>
                  <a:lnTo>
                    <a:pt x="1471102" y="1272965"/>
                  </a:lnTo>
                  <a:lnTo>
                    <a:pt x="1408966" y="1265542"/>
                  </a:lnTo>
                  <a:lnTo>
                    <a:pt x="1347761" y="1257631"/>
                  </a:lnTo>
                  <a:lnTo>
                    <a:pt x="1287517" y="1249242"/>
                  </a:lnTo>
                  <a:lnTo>
                    <a:pt x="1228266" y="1240382"/>
                  </a:lnTo>
                  <a:lnTo>
                    <a:pt x="1170038" y="1231061"/>
                  </a:lnTo>
                  <a:lnTo>
                    <a:pt x="1112863" y="1221288"/>
                  </a:lnTo>
                  <a:lnTo>
                    <a:pt x="1056772" y="1211070"/>
                  </a:lnTo>
                  <a:lnTo>
                    <a:pt x="1001796" y="1200416"/>
                  </a:lnTo>
                  <a:lnTo>
                    <a:pt x="947964" y="1189336"/>
                  </a:lnTo>
                  <a:lnTo>
                    <a:pt x="895308" y="1177837"/>
                  </a:lnTo>
                  <a:lnTo>
                    <a:pt x="843858" y="1165928"/>
                  </a:lnTo>
                  <a:lnTo>
                    <a:pt x="793644" y="1153619"/>
                  </a:lnTo>
                  <a:lnTo>
                    <a:pt x="744698" y="1140917"/>
                  </a:lnTo>
                  <a:lnTo>
                    <a:pt x="697049" y="1127831"/>
                  </a:lnTo>
                  <a:lnTo>
                    <a:pt x="650728" y="1114370"/>
                  </a:lnTo>
                  <a:lnTo>
                    <a:pt x="605766" y="1100542"/>
                  </a:lnTo>
                  <a:lnTo>
                    <a:pt x="562193" y="1086357"/>
                  </a:lnTo>
                  <a:lnTo>
                    <a:pt x="520039" y="1071822"/>
                  </a:lnTo>
                  <a:lnTo>
                    <a:pt x="479336" y="1056947"/>
                  </a:lnTo>
                  <a:lnTo>
                    <a:pt x="440114" y="1041739"/>
                  </a:lnTo>
                  <a:lnTo>
                    <a:pt x="402404" y="1026208"/>
                  </a:lnTo>
                  <a:lnTo>
                    <a:pt x="366235" y="1010362"/>
                  </a:lnTo>
                  <a:lnTo>
                    <a:pt x="331638" y="994211"/>
                  </a:lnTo>
                  <a:lnTo>
                    <a:pt x="267285" y="961023"/>
                  </a:lnTo>
                  <a:lnTo>
                    <a:pt x="209588" y="926714"/>
                  </a:lnTo>
                  <a:lnTo>
                    <a:pt x="158791" y="891353"/>
                  </a:lnTo>
                  <a:lnTo>
                    <a:pt x="115139" y="855009"/>
                  </a:lnTo>
                  <a:lnTo>
                    <a:pt x="78875" y="817751"/>
                  </a:lnTo>
                  <a:lnTo>
                    <a:pt x="50245" y="779648"/>
                  </a:lnTo>
                  <a:lnTo>
                    <a:pt x="29493" y="740769"/>
                  </a:lnTo>
                  <a:lnTo>
                    <a:pt x="16862" y="701182"/>
                  </a:lnTo>
                  <a:lnTo>
                    <a:pt x="12598" y="660958"/>
                  </a:lnTo>
                  <a:close/>
                </a:path>
                <a:path w="4686935" h="2637154">
                  <a:moveTo>
                    <a:pt x="0" y="1976755"/>
                  </a:moveTo>
                  <a:lnTo>
                    <a:pt x="4265" y="1936454"/>
                  </a:lnTo>
                  <a:lnTo>
                    <a:pt x="16901" y="1896797"/>
                  </a:lnTo>
                  <a:lnTo>
                    <a:pt x="37661" y="1857853"/>
                  </a:lnTo>
                  <a:lnTo>
                    <a:pt x="66302" y="1819690"/>
                  </a:lnTo>
                  <a:lnTo>
                    <a:pt x="102579" y="1782376"/>
                  </a:lnTo>
                  <a:lnTo>
                    <a:pt x="146249" y="1745982"/>
                  </a:lnTo>
                  <a:lnTo>
                    <a:pt x="197068" y="1710575"/>
                  </a:lnTo>
                  <a:lnTo>
                    <a:pt x="254790" y="1676224"/>
                  </a:lnTo>
                  <a:lnTo>
                    <a:pt x="319173" y="1642998"/>
                  </a:lnTo>
                  <a:lnTo>
                    <a:pt x="353785" y="1626829"/>
                  </a:lnTo>
                  <a:lnTo>
                    <a:pt x="389971" y="1610967"/>
                  </a:lnTo>
                  <a:lnTo>
                    <a:pt x="427700" y="1595421"/>
                  </a:lnTo>
                  <a:lnTo>
                    <a:pt x="466941" y="1580198"/>
                  </a:lnTo>
                  <a:lnTo>
                    <a:pt x="507664" y="1565309"/>
                  </a:lnTo>
                  <a:lnTo>
                    <a:pt x="549838" y="1550761"/>
                  </a:lnTo>
                  <a:lnTo>
                    <a:pt x="593434" y="1536564"/>
                  </a:lnTo>
                  <a:lnTo>
                    <a:pt x="638419" y="1522725"/>
                  </a:lnTo>
                  <a:lnTo>
                    <a:pt x="684764" y="1509253"/>
                  </a:lnTo>
                  <a:lnTo>
                    <a:pt x="732439" y="1496158"/>
                  </a:lnTo>
                  <a:lnTo>
                    <a:pt x="781412" y="1483446"/>
                  </a:lnTo>
                  <a:lnTo>
                    <a:pt x="831654" y="1471128"/>
                  </a:lnTo>
                  <a:lnTo>
                    <a:pt x="883133" y="1459212"/>
                  </a:lnTo>
                  <a:lnTo>
                    <a:pt x="935820" y="1447706"/>
                  </a:lnTo>
                  <a:lnTo>
                    <a:pt x="989683" y="1436619"/>
                  </a:lnTo>
                  <a:lnTo>
                    <a:pt x="1044692" y="1425959"/>
                  </a:lnTo>
                  <a:lnTo>
                    <a:pt x="1100817" y="1415736"/>
                  </a:lnTo>
                  <a:lnTo>
                    <a:pt x="1158027" y="1405957"/>
                  </a:lnTo>
                  <a:lnTo>
                    <a:pt x="1216291" y="1396632"/>
                  </a:lnTo>
                  <a:lnTo>
                    <a:pt x="1275580" y="1387768"/>
                  </a:lnTo>
                  <a:lnTo>
                    <a:pt x="1335862" y="1379376"/>
                  </a:lnTo>
                  <a:lnTo>
                    <a:pt x="1397107" y="1371462"/>
                  </a:lnTo>
                  <a:lnTo>
                    <a:pt x="1459285" y="1364036"/>
                  </a:lnTo>
                  <a:lnTo>
                    <a:pt x="1522365" y="1357106"/>
                  </a:lnTo>
                  <a:lnTo>
                    <a:pt x="1586316" y="1350681"/>
                  </a:lnTo>
                  <a:lnTo>
                    <a:pt x="1651108" y="1344770"/>
                  </a:lnTo>
                  <a:lnTo>
                    <a:pt x="1716710" y="1339381"/>
                  </a:lnTo>
                  <a:lnTo>
                    <a:pt x="1783093" y="1334523"/>
                  </a:lnTo>
                  <a:lnTo>
                    <a:pt x="1850224" y="1330204"/>
                  </a:lnTo>
                  <a:lnTo>
                    <a:pt x="1918075" y="1326433"/>
                  </a:lnTo>
                  <a:lnTo>
                    <a:pt x="1986614" y="1323219"/>
                  </a:lnTo>
                  <a:lnTo>
                    <a:pt x="2055810" y="1320569"/>
                  </a:lnTo>
                  <a:lnTo>
                    <a:pt x="2125634" y="1318494"/>
                  </a:lnTo>
                  <a:lnTo>
                    <a:pt x="2196055" y="1317001"/>
                  </a:lnTo>
                  <a:lnTo>
                    <a:pt x="2267042" y="1316098"/>
                  </a:lnTo>
                  <a:lnTo>
                    <a:pt x="2338565" y="1315796"/>
                  </a:lnTo>
                  <a:lnTo>
                    <a:pt x="2410047" y="1316098"/>
                  </a:lnTo>
                  <a:lnTo>
                    <a:pt x="2480996" y="1317001"/>
                  </a:lnTo>
                  <a:lnTo>
                    <a:pt x="2551379" y="1318494"/>
                  </a:lnTo>
                  <a:lnTo>
                    <a:pt x="2621167" y="1320569"/>
                  </a:lnTo>
                  <a:lnTo>
                    <a:pt x="2690330" y="1323219"/>
                  </a:lnTo>
                  <a:lnTo>
                    <a:pt x="2758836" y="1326433"/>
                  </a:lnTo>
                  <a:lnTo>
                    <a:pt x="2826654" y="1330204"/>
                  </a:lnTo>
                  <a:lnTo>
                    <a:pt x="2893756" y="1334523"/>
                  </a:lnTo>
                  <a:lnTo>
                    <a:pt x="2960109" y="1339381"/>
                  </a:lnTo>
                  <a:lnTo>
                    <a:pt x="3025684" y="1344770"/>
                  </a:lnTo>
                  <a:lnTo>
                    <a:pt x="3090449" y="1350681"/>
                  </a:lnTo>
                  <a:lnTo>
                    <a:pt x="3154375" y="1357106"/>
                  </a:lnTo>
                  <a:lnTo>
                    <a:pt x="3217430" y="1364036"/>
                  </a:lnTo>
                  <a:lnTo>
                    <a:pt x="3279585" y="1371462"/>
                  </a:lnTo>
                  <a:lnTo>
                    <a:pt x="3340808" y="1379376"/>
                  </a:lnTo>
                  <a:lnTo>
                    <a:pt x="3401070" y="1387768"/>
                  </a:lnTo>
                  <a:lnTo>
                    <a:pt x="3460339" y="1396632"/>
                  </a:lnTo>
                  <a:lnTo>
                    <a:pt x="3518584" y="1405957"/>
                  </a:lnTo>
                  <a:lnTo>
                    <a:pt x="3575777" y="1415736"/>
                  </a:lnTo>
                  <a:lnTo>
                    <a:pt x="3631885" y="1425959"/>
                  </a:lnTo>
                  <a:lnTo>
                    <a:pt x="3686878" y="1436619"/>
                  </a:lnTo>
                  <a:lnTo>
                    <a:pt x="3740727" y="1447706"/>
                  </a:lnTo>
                  <a:lnTo>
                    <a:pt x="3793399" y="1459212"/>
                  </a:lnTo>
                  <a:lnTo>
                    <a:pt x="3844865" y="1471128"/>
                  </a:lnTo>
                  <a:lnTo>
                    <a:pt x="3895095" y="1483446"/>
                  </a:lnTo>
                  <a:lnTo>
                    <a:pt x="3944057" y="1496158"/>
                  </a:lnTo>
                  <a:lnTo>
                    <a:pt x="3991721" y="1509253"/>
                  </a:lnTo>
                  <a:lnTo>
                    <a:pt x="4038056" y="1522725"/>
                  </a:lnTo>
                  <a:lnTo>
                    <a:pt x="4083033" y="1536564"/>
                  </a:lnTo>
                  <a:lnTo>
                    <a:pt x="4126619" y="1550761"/>
                  </a:lnTo>
                  <a:lnTo>
                    <a:pt x="4168786" y="1565309"/>
                  </a:lnTo>
                  <a:lnTo>
                    <a:pt x="4209502" y="1580198"/>
                  </a:lnTo>
                  <a:lnTo>
                    <a:pt x="4248737" y="1595421"/>
                  </a:lnTo>
                  <a:lnTo>
                    <a:pt x="4286459" y="1610967"/>
                  </a:lnTo>
                  <a:lnTo>
                    <a:pt x="4322640" y="1626829"/>
                  </a:lnTo>
                  <a:lnTo>
                    <a:pt x="4357248" y="1642998"/>
                  </a:lnTo>
                  <a:lnTo>
                    <a:pt x="4421622" y="1676224"/>
                  </a:lnTo>
                  <a:lnTo>
                    <a:pt x="4479338" y="1710575"/>
                  </a:lnTo>
                  <a:lnTo>
                    <a:pt x="4530152" y="1745982"/>
                  </a:lnTo>
                  <a:lnTo>
                    <a:pt x="4573819" y="1782376"/>
                  </a:lnTo>
                  <a:lnTo>
                    <a:pt x="4610094" y="1819690"/>
                  </a:lnTo>
                  <a:lnTo>
                    <a:pt x="4638733" y="1857853"/>
                  </a:lnTo>
                  <a:lnTo>
                    <a:pt x="4659493" y="1896797"/>
                  </a:lnTo>
                  <a:lnTo>
                    <a:pt x="4672128" y="1936454"/>
                  </a:lnTo>
                  <a:lnTo>
                    <a:pt x="4676394" y="1976755"/>
                  </a:lnTo>
                  <a:lnTo>
                    <a:pt x="4675322" y="1996942"/>
                  </a:lnTo>
                  <a:lnTo>
                    <a:pt x="4666841" y="2036856"/>
                  </a:lnTo>
                  <a:lnTo>
                    <a:pt x="4650113" y="2076097"/>
                  </a:lnTo>
                  <a:lnTo>
                    <a:pt x="4625383" y="2114597"/>
                  </a:lnTo>
                  <a:lnTo>
                    <a:pt x="4592895" y="2152287"/>
                  </a:lnTo>
                  <a:lnTo>
                    <a:pt x="4552894" y="2189097"/>
                  </a:lnTo>
                  <a:lnTo>
                    <a:pt x="4505623" y="2224959"/>
                  </a:lnTo>
                  <a:lnTo>
                    <a:pt x="4451328" y="2259803"/>
                  </a:lnTo>
                  <a:lnTo>
                    <a:pt x="4390252" y="2293560"/>
                  </a:lnTo>
                  <a:lnTo>
                    <a:pt x="4322640" y="2326162"/>
                  </a:lnTo>
                  <a:lnTo>
                    <a:pt x="4286459" y="2342008"/>
                  </a:lnTo>
                  <a:lnTo>
                    <a:pt x="4248737" y="2357540"/>
                  </a:lnTo>
                  <a:lnTo>
                    <a:pt x="4209502" y="2372747"/>
                  </a:lnTo>
                  <a:lnTo>
                    <a:pt x="4168786" y="2387623"/>
                  </a:lnTo>
                  <a:lnTo>
                    <a:pt x="4126619" y="2402158"/>
                  </a:lnTo>
                  <a:lnTo>
                    <a:pt x="4083033" y="2416344"/>
                  </a:lnTo>
                  <a:lnTo>
                    <a:pt x="4038056" y="2430172"/>
                  </a:lnTo>
                  <a:lnTo>
                    <a:pt x="3991721" y="2443633"/>
                  </a:lnTo>
                  <a:lnTo>
                    <a:pt x="3944057" y="2456720"/>
                  </a:lnTo>
                  <a:lnTo>
                    <a:pt x="3895095" y="2469422"/>
                  </a:lnTo>
                  <a:lnTo>
                    <a:pt x="3844865" y="2481732"/>
                  </a:lnTo>
                  <a:lnTo>
                    <a:pt x="3793399" y="2493641"/>
                  </a:lnTo>
                  <a:lnTo>
                    <a:pt x="3740727" y="2505140"/>
                  </a:lnTo>
                  <a:lnTo>
                    <a:pt x="3686878" y="2516221"/>
                  </a:lnTo>
                  <a:lnTo>
                    <a:pt x="3631885" y="2526875"/>
                  </a:lnTo>
                  <a:lnTo>
                    <a:pt x="3575777" y="2537093"/>
                  </a:lnTo>
                  <a:lnTo>
                    <a:pt x="3518584" y="2546867"/>
                  </a:lnTo>
                  <a:lnTo>
                    <a:pt x="3460339" y="2556188"/>
                  </a:lnTo>
                  <a:lnTo>
                    <a:pt x="3401070" y="2565048"/>
                  </a:lnTo>
                  <a:lnTo>
                    <a:pt x="3340808" y="2573437"/>
                  </a:lnTo>
                  <a:lnTo>
                    <a:pt x="3279585" y="2581348"/>
                  </a:lnTo>
                  <a:lnTo>
                    <a:pt x="3217430" y="2588772"/>
                  </a:lnTo>
                  <a:lnTo>
                    <a:pt x="3154375" y="2595699"/>
                  </a:lnTo>
                  <a:lnTo>
                    <a:pt x="3090449" y="2602122"/>
                  </a:lnTo>
                  <a:lnTo>
                    <a:pt x="3025684" y="2608032"/>
                  </a:lnTo>
                  <a:lnTo>
                    <a:pt x="2960109" y="2613420"/>
                  </a:lnTo>
                  <a:lnTo>
                    <a:pt x="2893756" y="2618277"/>
                  </a:lnTo>
                  <a:lnTo>
                    <a:pt x="2826654" y="2622595"/>
                  </a:lnTo>
                  <a:lnTo>
                    <a:pt x="2758836" y="2626366"/>
                  </a:lnTo>
                  <a:lnTo>
                    <a:pt x="2690330" y="2629580"/>
                  </a:lnTo>
                  <a:lnTo>
                    <a:pt x="2621167" y="2632229"/>
                  </a:lnTo>
                  <a:lnTo>
                    <a:pt x="2551379" y="2634304"/>
                  </a:lnTo>
                  <a:lnTo>
                    <a:pt x="2480996" y="2635797"/>
                  </a:lnTo>
                  <a:lnTo>
                    <a:pt x="2410047" y="2636699"/>
                  </a:lnTo>
                  <a:lnTo>
                    <a:pt x="2338565" y="2637002"/>
                  </a:lnTo>
                  <a:lnTo>
                    <a:pt x="2267042" y="2636699"/>
                  </a:lnTo>
                  <a:lnTo>
                    <a:pt x="2196055" y="2635797"/>
                  </a:lnTo>
                  <a:lnTo>
                    <a:pt x="2125634" y="2634304"/>
                  </a:lnTo>
                  <a:lnTo>
                    <a:pt x="2055810" y="2632229"/>
                  </a:lnTo>
                  <a:lnTo>
                    <a:pt x="1986614" y="2629580"/>
                  </a:lnTo>
                  <a:lnTo>
                    <a:pt x="1918075" y="2626366"/>
                  </a:lnTo>
                  <a:lnTo>
                    <a:pt x="1850224" y="2622595"/>
                  </a:lnTo>
                  <a:lnTo>
                    <a:pt x="1783093" y="2618277"/>
                  </a:lnTo>
                  <a:lnTo>
                    <a:pt x="1716710" y="2613420"/>
                  </a:lnTo>
                  <a:lnTo>
                    <a:pt x="1651108" y="2608032"/>
                  </a:lnTo>
                  <a:lnTo>
                    <a:pt x="1586316" y="2602122"/>
                  </a:lnTo>
                  <a:lnTo>
                    <a:pt x="1522365" y="2595699"/>
                  </a:lnTo>
                  <a:lnTo>
                    <a:pt x="1459285" y="2588772"/>
                  </a:lnTo>
                  <a:lnTo>
                    <a:pt x="1397107" y="2581348"/>
                  </a:lnTo>
                  <a:lnTo>
                    <a:pt x="1335862" y="2573437"/>
                  </a:lnTo>
                  <a:lnTo>
                    <a:pt x="1275580" y="2565048"/>
                  </a:lnTo>
                  <a:lnTo>
                    <a:pt x="1216291" y="2556188"/>
                  </a:lnTo>
                  <a:lnTo>
                    <a:pt x="1158027" y="2546867"/>
                  </a:lnTo>
                  <a:lnTo>
                    <a:pt x="1100817" y="2537093"/>
                  </a:lnTo>
                  <a:lnTo>
                    <a:pt x="1044692" y="2526875"/>
                  </a:lnTo>
                  <a:lnTo>
                    <a:pt x="989683" y="2516221"/>
                  </a:lnTo>
                  <a:lnTo>
                    <a:pt x="935820" y="2505140"/>
                  </a:lnTo>
                  <a:lnTo>
                    <a:pt x="883133" y="2493641"/>
                  </a:lnTo>
                  <a:lnTo>
                    <a:pt x="831654" y="2481732"/>
                  </a:lnTo>
                  <a:lnTo>
                    <a:pt x="781412" y="2469422"/>
                  </a:lnTo>
                  <a:lnTo>
                    <a:pt x="732439" y="2456720"/>
                  </a:lnTo>
                  <a:lnTo>
                    <a:pt x="684764" y="2443633"/>
                  </a:lnTo>
                  <a:lnTo>
                    <a:pt x="638419" y="2430172"/>
                  </a:lnTo>
                  <a:lnTo>
                    <a:pt x="593434" y="2416344"/>
                  </a:lnTo>
                  <a:lnTo>
                    <a:pt x="549838" y="2402158"/>
                  </a:lnTo>
                  <a:lnTo>
                    <a:pt x="507664" y="2387623"/>
                  </a:lnTo>
                  <a:lnTo>
                    <a:pt x="466941" y="2372747"/>
                  </a:lnTo>
                  <a:lnTo>
                    <a:pt x="427700" y="2357540"/>
                  </a:lnTo>
                  <a:lnTo>
                    <a:pt x="389971" y="2342008"/>
                  </a:lnTo>
                  <a:lnTo>
                    <a:pt x="353785" y="2326162"/>
                  </a:lnTo>
                  <a:lnTo>
                    <a:pt x="319173" y="2310010"/>
                  </a:lnTo>
                  <a:lnTo>
                    <a:pt x="254790" y="2276822"/>
                  </a:lnTo>
                  <a:lnTo>
                    <a:pt x="197068" y="2242512"/>
                  </a:lnTo>
                  <a:lnTo>
                    <a:pt x="146249" y="2207151"/>
                  </a:lnTo>
                  <a:lnTo>
                    <a:pt x="102579" y="2170806"/>
                  </a:lnTo>
                  <a:lnTo>
                    <a:pt x="66302" y="2133548"/>
                  </a:lnTo>
                  <a:lnTo>
                    <a:pt x="37661" y="2095444"/>
                  </a:lnTo>
                  <a:lnTo>
                    <a:pt x="16901" y="2056565"/>
                  </a:lnTo>
                  <a:lnTo>
                    <a:pt x="4265" y="2016979"/>
                  </a:lnTo>
                  <a:lnTo>
                    <a:pt x="0" y="1976755"/>
                  </a:lnTo>
                  <a:close/>
                </a:path>
              </a:pathLst>
            </a:custGeom>
            <a:ln w="20159">
              <a:solidFill>
                <a:srgbClr val="1641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277745" y="2161692"/>
            <a:ext cx="120967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47650">
              <a:lnSpc>
                <a:spcPct val="100000"/>
              </a:lnSpc>
              <a:spcBef>
                <a:spcPts val="100"/>
              </a:spcBef>
              <a:tabLst>
                <a:tab pos="891540" algn="l"/>
                <a:tab pos="1043940" algn="l"/>
              </a:tabLst>
            </a:pPr>
            <a:r>
              <a:rPr sz="2200" spc="-5" dirty="0">
                <a:latin typeface="Trebuchet MS"/>
                <a:cs typeface="Trebuchet MS"/>
              </a:rPr>
              <a:t>qu</a:t>
            </a:r>
            <a:r>
              <a:rPr sz="2200" dirty="0">
                <a:latin typeface="Trebuchet MS"/>
                <a:cs typeface="Trebuchet MS"/>
              </a:rPr>
              <a:t>e		é  </a:t>
            </a:r>
            <a:r>
              <a:rPr sz="2200" spc="-5" dirty="0">
                <a:latin typeface="Trebuchet MS"/>
                <a:cs typeface="Trebuchet MS"/>
              </a:rPr>
              <a:t>l</a:t>
            </a:r>
            <a:r>
              <a:rPr sz="2200" spc="-10" dirty="0">
                <a:latin typeface="Trebuchet MS"/>
                <a:cs typeface="Trebuchet MS"/>
              </a:rPr>
              <a:t>a</a:t>
            </a:r>
            <a:r>
              <a:rPr sz="2200" spc="-5" dirty="0">
                <a:latin typeface="Trebuchet MS"/>
                <a:cs typeface="Trebuchet MS"/>
              </a:rPr>
              <a:t>d</a:t>
            </a:r>
            <a:r>
              <a:rPr sz="2200" dirty="0">
                <a:latin typeface="Trebuchet MS"/>
                <a:cs typeface="Trebuchet MS"/>
              </a:rPr>
              <a:t>o	</a:t>
            </a:r>
            <a:r>
              <a:rPr sz="2200" spc="-5" dirty="0">
                <a:latin typeface="Trebuchet MS"/>
                <a:cs typeface="Trebuchet MS"/>
              </a:rPr>
              <a:t>d</a:t>
            </a:r>
            <a:r>
              <a:rPr sz="2200" dirty="0">
                <a:latin typeface="Trebuchet MS"/>
                <a:cs typeface="Trebuchet MS"/>
              </a:rPr>
              <a:t>o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985624" y="2161692"/>
            <a:ext cx="224345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484505" algn="l"/>
                <a:tab pos="954405" algn="l"/>
                <a:tab pos="1652905" algn="l"/>
              </a:tabLst>
            </a:pPr>
            <a:r>
              <a:rPr sz="2200" dirty="0">
                <a:latin typeface="Trebuchet MS"/>
                <a:cs typeface="Trebuchet MS"/>
              </a:rPr>
              <a:t>É	a	</a:t>
            </a:r>
            <a:r>
              <a:rPr sz="2200" spc="-5" dirty="0">
                <a:latin typeface="Trebuchet MS"/>
                <a:cs typeface="Trebuchet MS"/>
              </a:rPr>
              <a:t>l</a:t>
            </a:r>
            <a:r>
              <a:rPr sz="2200" spc="-10" dirty="0">
                <a:latin typeface="Trebuchet MS"/>
                <a:cs typeface="Trebuchet MS"/>
              </a:rPr>
              <a:t>i</a:t>
            </a:r>
            <a:r>
              <a:rPr sz="2200" spc="-5" dirty="0">
                <a:latin typeface="Trebuchet MS"/>
                <a:cs typeface="Trebuchet MS"/>
              </a:rPr>
              <a:t>n</a:t>
            </a:r>
            <a:r>
              <a:rPr sz="2200" dirty="0">
                <a:latin typeface="Trebuchet MS"/>
                <a:cs typeface="Trebuchet MS"/>
              </a:rPr>
              <a:t>g</a:t>
            </a:r>
            <a:r>
              <a:rPr sz="2200" spc="-5" dirty="0">
                <a:latin typeface="Trebuchet MS"/>
                <a:cs typeface="Trebuchet MS"/>
              </a:rPr>
              <a:t>u</a:t>
            </a:r>
            <a:r>
              <a:rPr sz="2200" spc="-10" dirty="0">
                <a:latin typeface="Trebuchet MS"/>
                <a:cs typeface="Trebuchet MS"/>
              </a:rPr>
              <a:t>a</a:t>
            </a:r>
            <a:r>
              <a:rPr sz="2200" spc="-5" dirty="0">
                <a:latin typeface="Trebuchet MS"/>
                <a:cs typeface="Trebuchet MS"/>
              </a:rPr>
              <a:t>gem  executada	do </a:t>
            </a:r>
            <a:r>
              <a:rPr sz="2200" dirty="0"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Trebuchet MS"/>
                <a:cs typeface="Trebuchet MS"/>
              </a:rPr>
              <a:t>servidor</a:t>
            </a:r>
            <a:r>
              <a:rPr sz="2200" spc="-10" dirty="0">
                <a:latin typeface="Trebuchet MS"/>
                <a:cs typeface="Trebuchet MS"/>
              </a:rPr>
              <a:t>.</a:t>
            </a:r>
            <a:endParaRPr sz="2200" dirty="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85624" y="3167532"/>
            <a:ext cx="3844176" cy="2823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824865" algn="l"/>
                <a:tab pos="1390015" algn="l"/>
                <a:tab pos="2817495" algn="l"/>
              </a:tabLst>
            </a:pPr>
            <a:r>
              <a:rPr sz="2200" spc="-10" dirty="0">
                <a:latin typeface="Trebuchet MS"/>
                <a:cs typeface="Trebuchet MS"/>
              </a:rPr>
              <a:t>Ja</a:t>
            </a:r>
            <a:r>
              <a:rPr sz="2200" dirty="0">
                <a:latin typeface="Trebuchet MS"/>
                <a:cs typeface="Trebuchet MS"/>
              </a:rPr>
              <a:t>v</a:t>
            </a:r>
            <a:r>
              <a:rPr sz="2200" spc="-10" dirty="0">
                <a:latin typeface="Trebuchet MS"/>
                <a:cs typeface="Trebuchet MS"/>
              </a:rPr>
              <a:t>a</a:t>
            </a:r>
            <a:r>
              <a:rPr sz="2200" dirty="0">
                <a:latin typeface="Trebuchet MS"/>
                <a:cs typeface="Trebuchet MS"/>
              </a:rPr>
              <a:t>,	</a:t>
            </a:r>
            <a:r>
              <a:rPr sz="2200" spc="-20" dirty="0">
                <a:latin typeface="Trebuchet MS"/>
                <a:cs typeface="Trebuchet MS"/>
              </a:rPr>
              <a:t>C</a:t>
            </a:r>
            <a:r>
              <a:rPr sz="2200" dirty="0">
                <a:latin typeface="Trebuchet MS"/>
                <a:cs typeface="Trebuchet MS"/>
              </a:rPr>
              <a:t>#,	</a:t>
            </a:r>
            <a:r>
              <a:rPr sz="2200" spc="-10" dirty="0">
                <a:latin typeface="Trebuchet MS"/>
                <a:cs typeface="Trebuchet MS"/>
              </a:rPr>
              <a:t>P</a:t>
            </a:r>
            <a:r>
              <a:rPr sz="2200" spc="-5" dirty="0">
                <a:latin typeface="Trebuchet MS"/>
                <a:cs typeface="Trebuchet MS"/>
              </a:rPr>
              <a:t>H</a:t>
            </a:r>
            <a:r>
              <a:rPr sz="2200" dirty="0">
                <a:latin typeface="Trebuchet MS"/>
                <a:cs typeface="Trebuchet MS"/>
              </a:rPr>
              <a:t>P,</a:t>
            </a:r>
            <a:r>
              <a:rPr sz="2200" spc="80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P</a:t>
            </a:r>
            <a:r>
              <a:rPr sz="2200" spc="-5" dirty="0">
                <a:latin typeface="Trebuchet MS"/>
                <a:cs typeface="Trebuchet MS"/>
              </a:rPr>
              <a:t>e</a:t>
            </a:r>
            <a:r>
              <a:rPr sz="2200" dirty="0">
                <a:latin typeface="Trebuchet MS"/>
                <a:cs typeface="Trebuchet MS"/>
              </a:rPr>
              <a:t>r</a:t>
            </a:r>
            <a:r>
              <a:rPr sz="2200" spc="-10" dirty="0">
                <a:latin typeface="Trebuchet MS"/>
                <a:cs typeface="Trebuchet MS"/>
              </a:rPr>
              <a:t>l</a:t>
            </a:r>
            <a:r>
              <a:rPr sz="2200" dirty="0">
                <a:latin typeface="Trebuchet MS"/>
                <a:cs typeface="Trebuchet MS"/>
              </a:rPr>
              <a:t>,	</a:t>
            </a:r>
            <a:r>
              <a:rPr sz="2200" spc="-5" dirty="0">
                <a:latin typeface="Trebuchet MS"/>
                <a:cs typeface="Trebuchet MS"/>
              </a:rPr>
              <a:t>Ruby</a:t>
            </a:r>
            <a:r>
              <a:rPr sz="2200" dirty="0">
                <a:latin typeface="Trebuchet MS"/>
                <a:cs typeface="Trebuchet MS"/>
              </a:rPr>
              <a:t>,  </a:t>
            </a:r>
            <a:r>
              <a:rPr sz="2200" spc="-5" dirty="0">
                <a:latin typeface="Trebuchet MS"/>
                <a:cs typeface="Trebuchet MS"/>
              </a:rPr>
              <a:t>Python,</a:t>
            </a:r>
            <a:r>
              <a:rPr sz="2200" spc="-15" dirty="0">
                <a:latin typeface="Trebuchet MS"/>
                <a:cs typeface="Trebuchet MS"/>
              </a:rPr>
              <a:t> </a:t>
            </a:r>
            <a:r>
              <a:rPr sz="2200" spc="-5" dirty="0">
                <a:latin typeface="Trebuchet MS"/>
                <a:cs typeface="Trebuchet MS"/>
              </a:rPr>
              <a:t>Node.js</a:t>
            </a:r>
            <a:r>
              <a:rPr lang="pt-BR" sz="2200" spc="-5" dirty="0">
                <a:latin typeface="Trebuchet MS"/>
                <a:cs typeface="Trebuchet MS"/>
              </a:rPr>
              <a:t>, Python</a:t>
            </a:r>
            <a:endParaRPr sz="22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900" dirty="0">
              <a:latin typeface="Trebuchet MS"/>
              <a:cs typeface="Trebuchet MS"/>
            </a:endParaRPr>
          </a:p>
          <a:p>
            <a:pPr marL="12700" marR="46355">
              <a:lnSpc>
                <a:spcPct val="100099"/>
              </a:lnSpc>
              <a:tabLst>
                <a:tab pos="387985" algn="l"/>
                <a:tab pos="1144905" algn="l"/>
                <a:tab pos="3333115" algn="l"/>
              </a:tabLst>
            </a:pPr>
            <a:r>
              <a:rPr sz="2200" dirty="0">
                <a:latin typeface="Trebuchet MS"/>
                <a:cs typeface="Trebuchet MS"/>
              </a:rPr>
              <a:t>É	</a:t>
            </a:r>
            <a:r>
              <a:rPr sz="2200" spc="-15" dirty="0">
                <a:latin typeface="Trebuchet MS"/>
                <a:cs typeface="Trebuchet MS"/>
              </a:rPr>
              <a:t>u</a:t>
            </a:r>
            <a:r>
              <a:rPr sz="2200" dirty="0">
                <a:latin typeface="Trebuchet MS"/>
                <a:cs typeface="Trebuchet MS"/>
              </a:rPr>
              <a:t>ma	</a:t>
            </a:r>
            <a:r>
              <a:rPr sz="2200" spc="-5" dirty="0">
                <a:latin typeface="Trebuchet MS"/>
                <a:cs typeface="Trebuchet MS"/>
              </a:rPr>
              <a:t>l</a:t>
            </a:r>
            <a:r>
              <a:rPr sz="2200" spc="-10" dirty="0">
                <a:latin typeface="Trebuchet MS"/>
                <a:cs typeface="Trebuchet MS"/>
              </a:rPr>
              <a:t>i</a:t>
            </a:r>
            <a:r>
              <a:rPr sz="2200" spc="-5" dirty="0">
                <a:latin typeface="Trebuchet MS"/>
                <a:cs typeface="Trebuchet MS"/>
              </a:rPr>
              <a:t>ngu</a:t>
            </a:r>
            <a:r>
              <a:rPr sz="2200" spc="-10" dirty="0">
                <a:latin typeface="Trebuchet MS"/>
                <a:cs typeface="Trebuchet MS"/>
              </a:rPr>
              <a:t>a</a:t>
            </a:r>
            <a:r>
              <a:rPr sz="2200" dirty="0">
                <a:latin typeface="Trebuchet MS"/>
                <a:cs typeface="Trebuchet MS"/>
              </a:rPr>
              <a:t>g</a:t>
            </a:r>
            <a:r>
              <a:rPr sz="2200" spc="-5" dirty="0">
                <a:latin typeface="Trebuchet MS"/>
                <a:cs typeface="Trebuchet MS"/>
              </a:rPr>
              <a:t>e</a:t>
            </a:r>
            <a:r>
              <a:rPr sz="2200" dirty="0">
                <a:latin typeface="Trebuchet MS"/>
                <a:cs typeface="Trebuchet MS"/>
              </a:rPr>
              <a:t>m</a:t>
            </a:r>
            <a:r>
              <a:rPr sz="2200" spc="-1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q</a:t>
            </a:r>
            <a:r>
              <a:rPr sz="2200" spc="-5" dirty="0">
                <a:latin typeface="Trebuchet MS"/>
                <a:cs typeface="Trebuchet MS"/>
              </a:rPr>
              <a:t>u</a:t>
            </a:r>
            <a:r>
              <a:rPr sz="2200" dirty="0">
                <a:latin typeface="Trebuchet MS"/>
                <a:cs typeface="Trebuchet MS"/>
              </a:rPr>
              <a:t>e	é  </a:t>
            </a:r>
            <a:r>
              <a:rPr sz="2200" spc="-5" dirty="0">
                <a:solidFill>
                  <a:srgbClr val="FF0000"/>
                </a:solidFill>
                <a:latin typeface="Trebuchet MS"/>
                <a:cs typeface="Trebuchet MS"/>
              </a:rPr>
              <a:t>executada no lado cliente</a:t>
            </a:r>
            <a:r>
              <a:rPr sz="2200" spc="-5" dirty="0">
                <a:latin typeface="Trebuchet MS"/>
                <a:cs typeface="Trebuchet MS"/>
              </a:rPr>
              <a:t>, </a:t>
            </a:r>
            <a:r>
              <a:rPr sz="2200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ou </a:t>
            </a:r>
            <a:r>
              <a:rPr sz="2200" spc="-5" dirty="0">
                <a:latin typeface="Trebuchet MS"/>
                <a:cs typeface="Trebuchet MS"/>
              </a:rPr>
              <a:t>seja, no computador </a:t>
            </a:r>
            <a:r>
              <a:rPr sz="2200" dirty="0">
                <a:latin typeface="Trebuchet MS"/>
                <a:cs typeface="Trebuchet MS"/>
              </a:rPr>
              <a:t>do </a:t>
            </a:r>
            <a:r>
              <a:rPr sz="2200" spc="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próprio</a:t>
            </a:r>
            <a:r>
              <a:rPr sz="2200" spc="-25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usuário.</a:t>
            </a:r>
            <a:endParaRPr sz="2200" dirty="0">
              <a:latin typeface="Trebuchet MS"/>
              <a:cs typeface="Trebuchet MS"/>
            </a:endParaRPr>
          </a:p>
          <a:p>
            <a:pPr marL="12700">
              <a:lnSpc>
                <a:spcPts val="2640"/>
              </a:lnSpc>
            </a:pPr>
            <a:r>
              <a:rPr sz="2200" spc="-5" dirty="0">
                <a:latin typeface="Trebuchet MS"/>
                <a:cs typeface="Trebuchet MS"/>
              </a:rPr>
              <a:t>HTML,</a:t>
            </a:r>
            <a:r>
              <a:rPr sz="2200" spc="-25" dirty="0">
                <a:latin typeface="Trebuchet MS"/>
                <a:cs typeface="Trebuchet MS"/>
              </a:rPr>
              <a:t> </a:t>
            </a:r>
            <a:r>
              <a:rPr sz="2200" spc="-5" dirty="0">
                <a:latin typeface="Trebuchet MS"/>
                <a:cs typeface="Trebuchet MS"/>
              </a:rPr>
              <a:t>CSS,</a:t>
            </a:r>
            <a:r>
              <a:rPr sz="2200" spc="-30" dirty="0">
                <a:latin typeface="Trebuchet MS"/>
                <a:cs typeface="Trebuchet MS"/>
              </a:rPr>
              <a:t> </a:t>
            </a:r>
            <a:r>
              <a:rPr sz="2200" spc="-10" dirty="0" err="1">
                <a:latin typeface="Trebuchet MS"/>
                <a:cs typeface="Trebuchet MS"/>
              </a:rPr>
              <a:t>Javascript</a:t>
            </a:r>
            <a:endParaRPr sz="2200" dirty="0">
              <a:latin typeface="Trebuchet MS"/>
              <a:cs typeface="Trebuchet M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347080" y="2889719"/>
            <a:ext cx="360045" cy="570865"/>
            <a:chOff x="5347080" y="2889719"/>
            <a:chExt cx="360045" cy="570865"/>
          </a:xfrm>
        </p:grpSpPr>
        <p:sp>
          <p:nvSpPr>
            <p:cNvPr id="19" name="object 19"/>
            <p:cNvSpPr/>
            <p:nvPr/>
          </p:nvSpPr>
          <p:spPr>
            <a:xfrm>
              <a:off x="5356440" y="2899079"/>
              <a:ext cx="340995" cy="551815"/>
            </a:xfrm>
            <a:custGeom>
              <a:avLst/>
              <a:gdLst/>
              <a:ahLst/>
              <a:cxnLst/>
              <a:rect l="l" t="t" r="r" b="b"/>
              <a:pathLst>
                <a:path w="340995" h="551814">
                  <a:moveTo>
                    <a:pt x="114833" y="0"/>
                  </a:moveTo>
                  <a:lnTo>
                    <a:pt x="151917" y="138239"/>
                  </a:lnTo>
                  <a:lnTo>
                    <a:pt x="0" y="178917"/>
                  </a:lnTo>
                  <a:lnTo>
                    <a:pt x="73799" y="454317"/>
                  </a:lnTo>
                  <a:lnTo>
                    <a:pt x="225717" y="413638"/>
                  </a:lnTo>
                  <a:lnTo>
                    <a:pt x="262801" y="551522"/>
                  </a:lnTo>
                  <a:lnTo>
                    <a:pt x="340918" y="235076"/>
                  </a:lnTo>
                  <a:lnTo>
                    <a:pt x="114833" y="0"/>
                  </a:lnTo>
                  <a:close/>
                </a:path>
              </a:pathLst>
            </a:custGeom>
            <a:solidFill>
              <a:srgbClr val="5ECA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56440" y="2899079"/>
              <a:ext cx="340995" cy="551815"/>
            </a:xfrm>
            <a:custGeom>
              <a:avLst/>
              <a:gdLst/>
              <a:ahLst/>
              <a:cxnLst/>
              <a:rect l="l" t="t" r="r" b="b"/>
              <a:pathLst>
                <a:path w="340995" h="551814">
                  <a:moveTo>
                    <a:pt x="0" y="178917"/>
                  </a:moveTo>
                  <a:lnTo>
                    <a:pt x="151917" y="138239"/>
                  </a:lnTo>
                  <a:lnTo>
                    <a:pt x="114833" y="0"/>
                  </a:lnTo>
                  <a:lnTo>
                    <a:pt x="340918" y="235076"/>
                  </a:lnTo>
                  <a:lnTo>
                    <a:pt x="262801" y="551522"/>
                  </a:lnTo>
                  <a:lnTo>
                    <a:pt x="225717" y="413638"/>
                  </a:lnTo>
                  <a:lnTo>
                    <a:pt x="73799" y="454317"/>
                  </a:lnTo>
                  <a:lnTo>
                    <a:pt x="0" y="178917"/>
                  </a:lnTo>
                  <a:close/>
                </a:path>
              </a:pathLst>
            </a:custGeom>
            <a:ln w="18719">
              <a:solidFill>
                <a:srgbClr val="4394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5381281" y="4527003"/>
            <a:ext cx="360045" cy="570230"/>
            <a:chOff x="5381281" y="4527003"/>
            <a:chExt cx="360045" cy="570230"/>
          </a:xfrm>
        </p:grpSpPr>
        <p:sp>
          <p:nvSpPr>
            <p:cNvPr id="22" name="object 22"/>
            <p:cNvSpPr/>
            <p:nvPr/>
          </p:nvSpPr>
          <p:spPr>
            <a:xfrm>
              <a:off x="5390641" y="4536363"/>
              <a:ext cx="341630" cy="551180"/>
            </a:xfrm>
            <a:custGeom>
              <a:avLst/>
              <a:gdLst/>
              <a:ahLst/>
              <a:cxnLst/>
              <a:rect l="l" t="t" r="r" b="b"/>
              <a:pathLst>
                <a:path w="341629" h="551179">
                  <a:moveTo>
                    <a:pt x="263156" y="0"/>
                  </a:moveTo>
                  <a:lnTo>
                    <a:pt x="225717" y="137515"/>
                  </a:lnTo>
                  <a:lnTo>
                    <a:pt x="74155" y="96837"/>
                  </a:lnTo>
                  <a:lnTo>
                    <a:pt x="0" y="372592"/>
                  </a:lnTo>
                  <a:lnTo>
                    <a:pt x="151917" y="413270"/>
                  </a:lnTo>
                  <a:lnTo>
                    <a:pt x="115201" y="551154"/>
                  </a:lnTo>
                  <a:lnTo>
                    <a:pt x="341274" y="316433"/>
                  </a:lnTo>
                  <a:lnTo>
                    <a:pt x="263156" y="0"/>
                  </a:lnTo>
                  <a:close/>
                </a:path>
              </a:pathLst>
            </a:custGeom>
            <a:solidFill>
              <a:srgbClr val="5ECA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390641" y="4536363"/>
              <a:ext cx="341630" cy="551180"/>
            </a:xfrm>
            <a:custGeom>
              <a:avLst/>
              <a:gdLst/>
              <a:ahLst/>
              <a:cxnLst/>
              <a:rect l="l" t="t" r="r" b="b"/>
              <a:pathLst>
                <a:path w="341629" h="551179">
                  <a:moveTo>
                    <a:pt x="74155" y="96837"/>
                  </a:moveTo>
                  <a:lnTo>
                    <a:pt x="225717" y="137515"/>
                  </a:lnTo>
                  <a:lnTo>
                    <a:pt x="263156" y="0"/>
                  </a:lnTo>
                  <a:lnTo>
                    <a:pt x="341274" y="316433"/>
                  </a:lnTo>
                  <a:lnTo>
                    <a:pt x="115201" y="551154"/>
                  </a:lnTo>
                  <a:lnTo>
                    <a:pt x="151917" y="413270"/>
                  </a:lnTo>
                  <a:lnTo>
                    <a:pt x="0" y="372592"/>
                  </a:lnTo>
                  <a:lnTo>
                    <a:pt x="74155" y="96837"/>
                  </a:lnTo>
                  <a:close/>
                </a:path>
              </a:pathLst>
            </a:custGeom>
            <a:ln w="18719">
              <a:solidFill>
                <a:srgbClr val="4394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883" y="2389682"/>
            <a:ext cx="5214594" cy="15087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10145" y="2576779"/>
            <a:ext cx="4366895" cy="8502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400" dirty="0"/>
              <a:t>Acesso</a:t>
            </a:r>
            <a:r>
              <a:rPr sz="5400" spc="-45" dirty="0"/>
              <a:t> </a:t>
            </a:r>
            <a:r>
              <a:rPr sz="5400" spc="5" dirty="0"/>
              <a:t>a</a:t>
            </a:r>
            <a:r>
              <a:rPr sz="5400" spc="-45" dirty="0"/>
              <a:t> </a:t>
            </a:r>
            <a:r>
              <a:rPr sz="5400" dirty="0"/>
              <a:t>Web</a:t>
            </a:r>
            <a:endParaRPr sz="54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91325" y="459358"/>
            <a:ext cx="8502015" cy="1343660"/>
            <a:chOff x="391325" y="459358"/>
            <a:chExt cx="8502015" cy="13436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1325" y="459358"/>
              <a:ext cx="4642916" cy="134352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39361" y="459358"/>
              <a:ext cx="1018438" cy="134352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48314" y="459358"/>
              <a:ext cx="4244403" cy="134352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55535" y="626300"/>
            <a:ext cx="77520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0" spc="-5" dirty="0">
                <a:latin typeface="Trebuchet MS"/>
                <a:cs typeface="Trebuchet MS"/>
              </a:rPr>
              <a:t>Acesso</a:t>
            </a:r>
            <a:r>
              <a:rPr sz="4800" b="0" spc="-15" dirty="0">
                <a:latin typeface="Trebuchet MS"/>
                <a:cs typeface="Trebuchet MS"/>
              </a:rPr>
              <a:t> </a:t>
            </a:r>
            <a:r>
              <a:rPr sz="4800" b="0" dirty="0">
                <a:latin typeface="Trebuchet MS"/>
                <a:cs typeface="Trebuchet MS"/>
              </a:rPr>
              <a:t>à</a:t>
            </a:r>
            <a:r>
              <a:rPr sz="4800" b="0" spc="-20" dirty="0">
                <a:latin typeface="Trebuchet MS"/>
                <a:cs typeface="Trebuchet MS"/>
              </a:rPr>
              <a:t> </a:t>
            </a:r>
            <a:r>
              <a:rPr sz="4800" b="0" spc="-5" dirty="0">
                <a:latin typeface="Trebuchet MS"/>
                <a:cs typeface="Trebuchet MS"/>
              </a:rPr>
              <a:t>Web</a:t>
            </a:r>
            <a:r>
              <a:rPr sz="4800" b="0" spc="-15" dirty="0">
                <a:latin typeface="Trebuchet MS"/>
                <a:cs typeface="Trebuchet MS"/>
              </a:rPr>
              <a:t> </a:t>
            </a:r>
            <a:r>
              <a:rPr sz="4800" b="0" dirty="0">
                <a:latin typeface="Trebuchet MS"/>
                <a:cs typeface="Trebuchet MS"/>
              </a:rPr>
              <a:t>-</a:t>
            </a:r>
            <a:r>
              <a:rPr sz="4800" b="0" spc="-5" dirty="0">
                <a:latin typeface="Trebuchet MS"/>
                <a:cs typeface="Trebuchet MS"/>
              </a:rPr>
              <a:t> </a:t>
            </a:r>
            <a:r>
              <a:rPr sz="4800" b="0" spc="-10" dirty="0">
                <a:latin typeface="Trebuchet MS"/>
                <a:cs typeface="Trebuchet MS"/>
              </a:rPr>
              <a:t>Navegadores</a:t>
            </a:r>
            <a:endParaRPr sz="48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5535" y="5051056"/>
            <a:ext cx="8415655" cy="84836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56235" marR="5080" indent="-344170">
              <a:lnSpc>
                <a:spcPts val="2880"/>
              </a:lnSpc>
              <a:spcBef>
                <a:spcPts val="795"/>
              </a:spcBef>
            </a:pPr>
            <a:r>
              <a:rPr sz="2400" spc="-245" dirty="0">
                <a:solidFill>
                  <a:srgbClr val="5ECAEE"/>
                </a:solidFill>
                <a:latin typeface="Cambria"/>
                <a:cs typeface="Cambria"/>
              </a:rPr>
              <a:t>▶</a:t>
            </a:r>
            <a:r>
              <a:rPr sz="2400" spc="70" dirty="0">
                <a:solidFill>
                  <a:srgbClr val="5ECAEE"/>
                </a:solidFill>
                <a:latin typeface="Cambria"/>
                <a:cs typeface="Cambria"/>
              </a:rPr>
              <a:t> </a:t>
            </a:r>
            <a:r>
              <a:rPr sz="3000" b="1" spc="-10" dirty="0">
                <a:solidFill>
                  <a:srgbClr val="3F3F3F"/>
                </a:solidFill>
                <a:latin typeface="Trebuchet MS"/>
                <a:cs typeface="Trebuchet MS"/>
              </a:rPr>
              <a:t>M</a:t>
            </a:r>
            <a:r>
              <a:rPr sz="3000" b="1" dirty="0">
                <a:solidFill>
                  <a:srgbClr val="3F3F3F"/>
                </a:solidFill>
                <a:latin typeface="Trebuchet MS"/>
                <a:cs typeface="Trebuchet MS"/>
              </a:rPr>
              <a:t>ec</a:t>
            </a:r>
            <a:r>
              <a:rPr sz="3000" b="1" spc="-10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3000" b="1" spc="5" dirty="0">
                <a:solidFill>
                  <a:srgbClr val="3F3F3F"/>
                </a:solidFill>
                <a:latin typeface="Trebuchet MS"/>
                <a:cs typeface="Trebuchet MS"/>
              </a:rPr>
              <a:t>n</a:t>
            </a:r>
            <a:r>
              <a:rPr sz="3000" b="1" dirty="0">
                <a:solidFill>
                  <a:srgbClr val="3F3F3F"/>
                </a:solidFill>
                <a:latin typeface="Trebuchet MS"/>
                <a:cs typeface="Trebuchet MS"/>
              </a:rPr>
              <a:t>i</a:t>
            </a:r>
            <a:r>
              <a:rPr sz="3000" b="1" spc="-5" dirty="0">
                <a:solidFill>
                  <a:srgbClr val="3F3F3F"/>
                </a:solidFill>
                <a:latin typeface="Trebuchet MS"/>
                <a:cs typeface="Trebuchet MS"/>
              </a:rPr>
              <a:t>sm</a:t>
            </a:r>
            <a:r>
              <a:rPr sz="3000" b="1" spc="-10" dirty="0">
                <a:solidFill>
                  <a:srgbClr val="3F3F3F"/>
                </a:solidFill>
                <a:latin typeface="Trebuchet MS"/>
                <a:cs typeface="Trebuchet MS"/>
              </a:rPr>
              <a:t>o</a:t>
            </a:r>
            <a:r>
              <a:rPr sz="3000" b="1" dirty="0">
                <a:solidFill>
                  <a:srgbClr val="3F3F3F"/>
                </a:solidFill>
                <a:latin typeface="Trebuchet MS"/>
                <a:cs typeface="Trebuchet MS"/>
              </a:rPr>
              <a:t>s </a:t>
            </a:r>
            <a:r>
              <a:rPr sz="3000" b="1" spc="-5" dirty="0">
                <a:solidFill>
                  <a:srgbClr val="3F3F3F"/>
                </a:solidFill>
                <a:latin typeface="Trebuchet MS"/>
                <a:cs typeface="Trebuchet MS"/>
              </a:rPr>
              <a:t>d</a:t>
            </a:r>
            <a:r>
              <a:rPr sz="3000" b="1" dirty="0">
                <a:solidFill>
                  <a:srgbClr val="3F3F3F"/>
                </a:solidFill>
                <a:latin typeface="Trebuchet MS"/>
                <a:cs typeface="Trebuchet MS"/>
              </a:rPr>
              <a:t>e </a:t>
            </a:r>
            <a:r>
              <a:rPr sz="3000" b="1" spc="-5" dirty="0">
                <a:solidFill>
                  <a:srgbClr val="3F3F3F"/>
                </a:solidFill>
                <a:latin typeface="Trebuchet MS"/>
                <a:cs typeface="Trebuchet MS"/>
              </a:rPr>
              <a:t>r</a:t>
            </a:r>
            <a:r>
              <a:rPr sz="3000" b="1" spc="5" dirty="0">
                <a:solidFill>
                  <a:srgbClr val="3F3F3F"/>
                </a:solidFill>
                <a:latin typeface="Trebuchet MS"/>
                <a:cs typeface="Trebuchet MS"/>
              </a:rPr>
              <a:t>en</a:t>
            </a:r>
            <a:r>
              <a:rPr sz="3000" b="1" spc="-5" dirty="0">
                <a:solidFill>
                  <a:srgbClr val="3F3F3F"/>
                </a:solidFill>
                <a:latin typeface="Trebuchet MS"/>
                <a:cs typeface="Trebuchet MS"/>
              </a:rPr>
              <a:t>de</a:t>
            </a:r>
            <a:r>
              <a:rPr sz="3000" b="1" spc="5" dirty="0">
                <a:solidFill>
                  <a:srgbClr val="3F3F3F"/>
                </a:solidFill>
                <a:latin typeface="Trebuchet MS"/>
                <a:cs typeface="Trebuchet MS"/>
              </a:rPr>
              <a:t>r</a:t>
            </a:r>
            <a:r>
              <a:rPr sz="3000" b="1" dirty="0">
                <a:solidFill>
                  <a:srgbClr val="3F3F3F"/>
                </a:solidFill>
                <a:latin typeface="Trebuchet MS"/>
                <a:cs typeface="Trebuchet MS"/>
              </a:rPr>
              <a:t>i</a:t>
            </a:r>
            <a:r>
              <a:rPr sz="3000" b="1" spc="-5" dirty="0">
                <a:solidFill>
                  <a:srgbClr val="3F3F3F"/>
                </a:solidFill>
                <a:latin typeface="Trebuchet MS"/>
                <a:cs typeface="Trebuchet MS"/>
              </a:rPr>
              <a:t>za</a:t>
            </a:r>
            <a:r>
              <a:rPr sz="3000" b="1" dirty="0">
                <a:solidFill>
                  <a:srgbClr val="3F3F3F"/>
                </a:solidFill>
                <a:latin typeface="Trebuchet MS"/>
                <a:cs typeface="Trebuchet MS"/>
              </a:rPr>
              <a:t>ç</a:t>
            </a:r>
            <a:r>
              <a:rPr sz="3000" b="1" spc="-10" dirty="0">
                <a:solidFill>
                  <a:srgbClr val="3F3F3F"/>
                </a:solidFill>
                <a:latin typeface="Trebuchet MS"/>
                <a:cs typeface="Trebuchet MS"/>
              </a:rPr>
              <a:t>ã</a:t>
            </a:r>
            <a:r>
              <a:rPr sz="3000" b="1" spc="45" dirty="0">
                <a:solidFill>
                  <a:srgbClr val="3F3F3F"/>
                </a:solidFill>
                <a:latin typeface="Trebuchet MS"/>
                <a:cs typeface="Trebuchet MS"/>
              </a:rPr>
              <a:t>o</a:t>
            </a:r>
            <a:r>
              <a:rPr sz="3000" dirty="0">
                <a:solidFill>
                  <a:srgbClr val="3F3F3F"/>
                </a:solidFill>
                <a:latin typeface="Trebuchet MS"/>
                <a:cs typeface="Trebuchet MS"/>
              </a:rPr>
              <a:t>:</a:t>
            </a:r>
            <a:r>
              <a:rPr sz="30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3F3F3F"/>
                </a:solidFill>
                <a:latin typeface="Trebuchet MS"/>
                <a:cs typeface="Trebuchet MS"/>
              </a:rPr>
              <a:t>r</a:t>
            </a:r>
            <a:r>
              <a:rPr sz="3000" spc="-10" dirty="0">
                <a:solidFill>
                  <a:srgbClr val="3F3F3F"/>
                </a:solidFill>
                <a:latin typeface="Trebuchet MS"/>
                <a:cs typeface="Trebuchet MS"/>
              </a:rPr>
              <a:t>es</a:t>
            </a:r>
            <a:r>
              <a:rPr sz="3000" spc="-5" dirty="0">
                <a:solidFill>
                  <a:srgbClr val="3F3F3F"/>
                </a:solidFill>
                <a:latin typeface="Trebuchet MS"/>
                <a:cs typeface="Trebuchet MS"/>
              </a:rPr>
              <a:t>pons</a:t>
            </a:r>
            <a:r>
              <a:rPr sz="3000" spc="-10" dirty="0">
                <a:solidFill>
                  <a:srgbClr val="3F3F3F"/>
                </a:solidFill>
                <a:latin typeface="Trebuchet MS"/>
                <a:cs typeface="Trebuchet MS"/>
              </a:rPr>
              <a:t>á</a:t>
            </a:r>
            <a:r>
              <a:rPr sz="3000" spc="-5" dirty="0">
                <a:solidFill>
                  <a:srgbClr val="3F3F3F"/>
                </a:solidFill>
                <a:latin typeface="Trebuchet MS"/>
                <a:cs typeface="Trebuchet MS"/>
              </a:rPr>
              <a:t>v</a:t>
            </a:r>
            <a:r>
              <a:rPr sz="3000" spc="-10" dirty="0">
                <a:solidFill>
                  <a:srgbClr val="3F3F3F"/>
                </a:solidFill>
                <a:latin typeface="Trebuchet MS"/>
                <a:cs typeface="Trebuchet MS"/>
              </a:rPr>
              <a:t>e</a:t>
            </a:r>
            <a:r>
              <a:rPr sz="3000" dirty="0">
                <a:solidFill>
                  <a:srgbClr val="3F3F3F"/>
                </a:solidFill>
                <a:latin typeface="Trebuchet MS"/>
                <a:cs typeface="Trebuchet MS"/>
              </a:rPr>
              <a:t>l</a:t>
            </a:r>
            <a:r>
              <a:rPr sz="3000" spc="-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3000" spc="-15" dirty="0">
                <a:solidFill>
                  <a:srgbClr val="3F3F3F"/>
                </a:solidFill>
                <a:latin typeface="Trebuchet MS"/>
                <a:cs typeface="Trebuchet MS"/>
              </a:rPr>
              <a:t>p</a:t>
            </a:r>
            <a:r>
              <a:rPr sz="3000" spc="-5" dirty="0">
                <a:solidFill>
                  <a:srgbClr val="3F3F3F"/>
                </a:solidFill>
                <a:latin typeface="Trebuchet MS"/>
                <a:cs typeface="Trebuchet MS"/>
              </a:rPr>
              <a:t>or  </a:t>
            </a:r>
            <a:r>
              <a:rPr sz="3000" spc="-10" dirty="0">
                <a:solidFill>
                  <a:srgbClr val="3F3F3F"/>
                </a:solidFill>
                <a:latin typeface="Trebuchet MS"/>
                <a:cs typeface="Trebuchet MS"/>
              </a:rPr>
              <a:t>exibir</a:t>
            </a:r>
            <a:r>
              <a:rPr sz="3000" spc="-5" dirty="0">
                <a:solidFill>
                  <a:srgbClr val="3F3F3F"/>
                </a:solidFill>
                <a:latin typeface="Trebuchet MS"/>
                <a:cs typeface="Trebuchet MS"/>
              </a:rPr>
              <a:t> os conteúdos</a:t>
            </a:r>
            <a:r>
              <a:rPr sz="3000" spc="-10" dirty="0">
                <a:solidFill>
                  <a:srgbClr val="3F3F3F"/>
                </a:solidFill>
                <a:latin typeface="Trebuchet MS"/>
                <a:cs typeface="Trebuchet MS"/>
              </a:rPr>
              <a:t> solicitados</a:t>
            </a:r>
            <a:r>
              <a:rPr sz="300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3000" spc="-5" dirty="0">
                <a:solidFill>
                  <a:srgbClr val="3F3F3F"/>
                </a:solidFill>
                <a:latin typeface="Trebuchet MS"/>
                <a:cs typeface="Trebuchet MS"/>
              </a:rPr>
              <a:t>no</a:t>
            </a:r>
            <a:r>
              <a:rPr sz="3000" spc="-10" dirty="0">
                <a:solidFill>
                  <a:srgbClr val="3F3F3F"/>
                </a:solidFill>
                <a:latin typeface="Trebuchet MS"/>
                <a:cs typeface="Trebuchet MS"/>
              </a:rPr>
              <a:t> navegador.</a:t>
            </a:r>
            <a:endParaRPr sz="3000">
              <a:latin typeface="Trebuchet MS"/>
              <a:cs typeface="Trebuchet MS"/>
            </a:endParaRPr>
          </a:p>
        </p:txBody>
      </p:sp>
      <p:pic>
        <p:nvPicPr>
          <p:cNvPr id="1030" name="Picture 6" descr="Explorando o Mundo dos Navegadores de Internet">
            <a:extLst>
              <a:ext uri="{FF2B5EF4-FFF2-40B4-BE49-F238E27FC236}">
                <a16:creationId xmlns:a16="http://schemas.microsoft.com/office/drawing/2014/main" id="{689CDFF3-7423-BE52-C5FC-864ADAD642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1110" y="1509493"/>
            <a:ext cx="7752080" cy="3427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85800" y="0"/>
            <a:ext cx="4391660" cy="575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600" b="0" dirty="0">
                <a:latin typeface="Trebuchet MS"/>
                <a:cs typeface="Trebuchet MS"/>
              </a:rPr>
              <a:t>Navegadores</a:t>
            </a:r>
            <a:r>
              <a:rPr sz="3600" b="0" spc="-20" dirty="0">
                <a:latin typeface="Trebuchet MS"/>
                <a:cs typeface="Trebuchet MS"/>
              </a:rPr>
              <a:t> </a:t>
            </a:r>
            <a:r>
              <a:rPr sz="3600" b="0" dirty="0">
                <a:latin typeface="Trebuchet MS"/>
                <a:cs typeface="Trebuchet MS"/>
              </a:rPr>
              <a:t>-</a:t>
            </a:r>
            <a:r>
              <a:rPr sz="3600" b="0" spc="-25" dirty="0">
                <a:latin typeface="Trebuchet MS"/>
                <a:cs typeface="Trebuchet MS"/>
              </a:rPr>
              <a:t> </a:t>
            </a:r>
            <a:r>
              <a:rPr sz="3600" b="0" dirty="0">
                <a:latin typeface="Trebuchet MS"/>
                <a:cs typeface="Trebuchet MS"/>
              </a:rPr>
              <a:t>Mundo</a:t>
            </a:r>
            <a:endParaRPr sz="3600" dirty="0">
              <a:latin typeface="Trebuchet MS"/>
              <a:cs typeface="Trebuchet MS"/>
            </a:endParaRPr>
          </a:p>
        </p:txBody>
      </p:sp>
      <p:pic>
        <p:nvPicPr>
          <p:cNvPr id="8" name="Picture 7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2C9458B3-EEBD-069F-8232-6F07EB4FF4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5800"/>
            <a:ext cx="121920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38200" y="152400"/>
            <a:ext cx="4192904" cy="575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600" b="0" dirty="0">
                <a:latin typeface="Trebuchet MS"/>
                <a:cs typeface="Trebuchet MS"/>
              </a:rPr>
              <a:t>Navegadores</a:t>
            </a:r>
            <a:r>
              <a:rPr sz="3600" b="0" spc="-30" dirty="0">
                <a:latin typeface="Trebuchet MS"/>
                <a:cs typeface="Trebuchet MS"/>
              </a:rPr>
              <a:t> </a:t>
            </a:r>
            <a:r>
              <a:rPr sz="3600" b="0" dirty="0">
                <a:latin typeface="Trebuchet MS"/>
                <a:cs typeface="Trebuchet MS"/>
              </a:rPr>
              <a:t>-</a:t>
            </a:r>
            <a:r>
              <a:rPr sz="3600" b="0" spc="-30" dirty="0">
                <a:latin typeface="Trebuchet MS"/>
                <a:cs typeface="Trebuchet MS"/>
              </a:rPr>
              <a:t> </a:t>
            </a:r>
            <a:r>
              <a:rPr sz="3600" b="0" dirty="0">
                <a:latin typeface="Trebuchet MS"/>
                <a:cs typeface="Trebuchet MS"/>
              </a:rPr>
              <a:t>Brasil</a:t>
            </a:r>
            <a:endParaRPr sz="3600" dirty="0">
              <a:latin typeface="Trebuchet MS"/>
              <a:cs typeface="Trebuchet MS"/>
            </a:endParaRPr>
          </a:p>
        </p:txBody>
      </p:sp>
      <p:pic>
        <p:nvPicPr>
          <p:cNvPr id="5" name="Picture 4" descr="A graph of a number of people&#10;&#10;Description automatically generated with medium confidence">
            <a:extLst>
              <a:ext uri="{FF2B5EF4-FFF2-40B4-BE49-F238E27FC236}">
                <a16:creationId xmlns:a16="http://schemas.microsoft.com/office/drawing/2014/main" id="{B7F2A7BC-08A1-1ACD-ACCE-26A940378D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8345"/>
            <a:ext cx="12192000" cy="612965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09600" y="0"/>
            <a:ext cx="5340465" cy="575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600" b="0" dirty="0" err="1">
                <a:latin typeface="Trebuchet MS"/>
                <a:cs typeface="Trebuchet MS"/>
              </a:rPr>
              <a:t>Dispositivos</a:t>
            </a:r>
            <a:r>
              <a:rPr lang="pt-BR" sz="3600" b="0" dirty="0">
                <a:latin typeface="Trebuchet MS"/>
                <a:cs typeface="Trebuchet MS"/>
              </a:rPr>
              <a:t> mobile</a:t>
            </a:r>
            <a:endParaRPr sz="3600" dirty="0">
              <a:latin typeface="Trebuchet MS"/>
              <a:cs typeface="Trebuchet MS"/>
            </a:endParaRPr>
          </a:p>
        </p:txBody>
      </p:sp>
      <p:pic>
        <p:nvPicPr>
          <p:cNvPr id="3" name="Picture 2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A23B4614-B9A9-3564-D1C1-B3C38B1384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5945"/>
            <a:ext cx="12192000" cy="628205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09600" y="53962"/>
            <a:ext cx="4217035" cy="575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600" b="0" dirty="0">
                <a:latin typeface="Trebuchet MS"/>
                <a:cs typeface="Trebuchet MS"/>
              </a:rPr>
              <a:t>Sistema</a:t>
            </a:r>
            <a:r>
              <a:rPr sz="3600" b="0" spc="-75" dirty="0">
                <a:latin typeface="Trebuchet MS"/>
                <a:cs typeface="Trebuchet MS"/>
              </a:rPr>
              <a:t> </a:t>
            </a:r>
            <a:r>
              <a:rPr sz="3600" b="0" dirty="0">
                <a:latin typeface="Trebuchet MS"/>
                <a:cs typeface="Trebuchet MS"/>
              </a:rPr>
              <a:t>Operacional</a:t>
            </a:r>
            <a:endParaRPr sz="3600" dirty="0">
              <a:latin typeface="Trebuchet MS"/>
              <a:cs typeface="Trebuchet MS"/>
            </a:endParaRPr>
          </a:p>
        </p:txBody>
      </p:sp>
      <p:pic>
        <p:nvPicPr>
          <p:cNvPr id="4" name="Picture 3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50D04120-52DD-99C0-65DD-A968AF9A4B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9908"/>
            <a:ext cx="12192000" cy="622809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005" y="616458"/>
            <a:ext cx="33587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W</a:t>
            </a:r>
            <a:r>
              <a:rPr sz="3600" spc="-15" dirty="0"/>
              <a:t>i</a:t>
            </a:r>
            <a:r>
              <a:rPr sz="3600" dirty="0"/>
              <a:t>r</a:t>
            </a:r>
            <a:r>
              <a:rPr sz="3600" spc="-15" dirty="0"/>
              <a:t>e</a:t>
            </a:r>
            <a:r>
              <a:rPr sz="3600" spc="-10" dirty="0"/>
              <a:t>f</a:t>
            </a:r>
            <a:r>
              <a:rPr sz="3600" dirty="0"/>
              <a:t>r</a:t>
            </a:r>
            <a:r>
              <a:rPr sz="3600" spc="-15" dirty="0"/>
              <a:t>am</a:t>
            </a:r>
            <a:r>
              <a:rPr sz="3600" spc="-5" dirty="0"/>
              <a:t>es</a:t>
            </a:r>
            <a:endParaRPr sz="36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705" y="1676400"/>
            <a:ext cx="451104" cy="2682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98905" y="1575308"/>
            <a:ext cx="811403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1557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Um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i="1" spc="-15" dirty="0">
                <a:solidFill>
                  <a:srgbClr val="FF0000"/>
                </a:solidFill>
                <a:latin typeface="Trebuchet MS"/>
                <a:cs typeface="Trebuchet MS"/>
              </a:rPr>
              <a:t>wireframe</a:t>
            </a:r>
            <a:r>
              <a:rPr sz="2400" i="1" spc="69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é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um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esboço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simples</a:t>
            </a:r>
            <a:r>
              <a:rPr sz="2400" spc="-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das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5" dirty="0">
                <a:solidFill>
                  <a:srgbClr val="00B0F0"/>
                </a:solidFill>
                <a:latin typeface="Trebuchet MS"/>
                <a:cs typeface="Trebuchet MS"/>
              </a:rPr>
              <a:t>principais </a:t>
            </a:r>
            <a:r>
              <a:rPr sz="2400" spc="-50" dirty="0">
                <a:solidFill>
                  <a:srgbClr val="00B0F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B0F0"/>
                </a:solidFill>
                <a:latin typeface="Trebuchet MS"/>
                <a:cs typeface="Trebuchet MS"/>
              </a:rPr>
              <a:t>informações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que </a:t>
            </a:r>
            <a:r>
              <a:rPr sz="2400" spc="-5" dirty="0">
                <a:solidFill>
                  <a:srgbClr val="00B0F0"/>
                </a:solidFill>
                <a:latin typeface="Trebuchet MS"/>
                <a:cs typeface="Trebuchet MS"/>
              </a:rPr>
              <a:t>precisam </a:t>
            </a:r>
            <a:r>
              <a:rPr sz="2400" dirty="0">
                <a:solidFill>
                  <a:srgbClr val="00B0F0"/>
                </a:solidFill>
                <a:latin typeface="Trebuchet MS"/>
                <a:cs typeface="Trebuchet MS"/>
              </a:rPr>
              <a:t>ser </a:t>
            </a:r>
            <a:r>
              <a:rPr sz="2400" spc="-5" dirty="0">
                <a:solidFill>
                  <a:srgbClr val="00B0F0"/>
                </a:solidFill>
                <a:latin typeface="Trebuchet MS"/>
                <a:cs typeface="Trebuchet MS"/>
              </a:rPr>
              <a:t>exibidas </a:t>
            </a:r>
            <a:r>
              <a:rPr sz="2400" spc="-10" dirty="0">
                <a:solidFill>
                  <a:srgbClr val="00B0F0"/>
                </a:solidFill>
                <a:latin typeface="Trebuchet MS"/>
                <a:cs typeface="Trebuchet MS"/>
              </a:rPr>
              <a:t>em </a:t>
            </a:r>
            <a:r>
              <a:rPr sz="2400" spc="-5" dirty="0">
                <a:solidFill>
                  <a:srgbClr val="00B0F0"/>
                </a:solidFill>
                <a:latin typeface="Trebuchet MS"/>
                <a:cs typeface="Trebuchet MS"/>
              </a:rPr>
              <a:t>cada </a:t>
            </a:r>
            <a:r>
              <a:rPr sz="2400" spc="-10" dirty="0">
                <a:solidFill>
                  <a:srgbClr val="00B0F0"/>
                </a:solidFill>
                <a:latin typeface="Trebuchet MS"/>
                <a:cs typeface="Trebuchet MS"/>
              </a:rPr>
              <a:t>página de </a:t>
            </a:r>
            <a:r>
              <a:rPr sz="2400" spc="-5" dirty="0">
                <a:solidFill>
                  <a:srgbClr val="00B0F0"/>
                </a:solidFill>
                <a:latin typeface="Trebuchet MS"/>
                <a:cs typeface="Trebuchet MS"/>
              </a:rPr>
              <a:t> um</a:t>
            </a:r>
            <a:r>
              <a:rPr sz="2400" dirty="0">
                <a:solidFill>
                  <a:srgbClr val="00B0F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00B0F0"/>
                </a:solidFill>
                <a:latin typeface="Trebuchet MS"/>
                <a:cs typeface="Trebuchet MS"/>
              </a:rPr>
              <a:t>site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Mostra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hierarquia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da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informação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quanto 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espaço</a:t>
            </a:r>
            <a:r>
              <a:rPr sz="2400" spc="-2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ela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pode</a:t>
            </a:r>
            <a:r>
              <a:rPr sz="2400" spc="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70" dirty="0">
                <a:solidFill>
                  <a:srgbClr val="404040"/>
                </a:solidFill>
                <a:latin typeface="Trebuchet MS"/>
                <a:cs typeface="Trebuchet MS"/>
              </a:rPr>
              <a:t>requerer.</a:t>
            </a:r>
            <a:endParaRPr sz="2400" dirty="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8705" y="3247644"/>
            <a:ext cx="451104" cy="26822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98905" y="3535171"/>
            <a:ext cx="67049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95755" algn="l"/>
                <a:tab pos="2385695" algn="l"/>
                <a:tab pos="3399154" algn="l"/>
                <a:tab pos="4667250" algn="l"/>
                <a:tab pos="5205095" algn="l"/>
              </a:tabLst>
            </a:pP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aparece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r	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m	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cad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	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pá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g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a	e	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começarão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98905" y="3123692"/>
            <a:ext cx="8107680" cy="80264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280"/>
              </a:spcBef>
              <a:tabLst>
                <a:tab pos="1168400" algn="l"/>
                <a:tab pos="2735580" algn="l"/>
                <a:tab pos="3756660" algn="l"/>
                <a:tab pos="4337050" algn="l"/>
                <a:tab pos="6045835" algn="l"/>
                <a:tab pos="6848475" algn="l"/>
              </a:tabLst>
            </a:pP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Muitos	designers	terão	os	elementos	que	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precisam</a:t>
            </a:r>
            <a:endParaRPr sz="2400">
              <a:latin typeface="Trebuchet MS"/>
              <a:cs typeface="Trebuchet MS"/>
            </a:endParaRPr>
          </a:p>
          <a:p>
            <a:pPr marR="5715" algn="r">
              <a:lnSpc>
                <a:spcPct val="100000"/>
              </a:lnSpc>
              <a:spcBef>
                <a:spcPts val="180"/>
              </a:spcBef>
            </a:pP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criando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98905" y="3898138"/>
            <a:ext cx="166941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wireframes.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8705" y="4491482"/>
            <a:ext cx="451104" cy="26822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098905" y="4756530"/>
            <a:ext cx="18630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20825" algn="l"/>
              </a:tabLst>
            </a:pP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element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	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da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t>31</a:t>
            </a:fld>
            <a:endParaRPr dirty="0"/>
          </a:p>
        </p:txBody>
      </p:sp>
      <p:sp>
        <p:nvSpPr>
          <p:cNvPr id="11" name="object 11"/>
          <p:cNvSpPr txBox="1"/>
          <p:nvPr/>
        </p:nvSpPr>
        <p:spPr>
          <a:xfrm>
            <a:off x="1098905" y="4390770"/>
            <a:ext cx="31445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66445" algn="l"/>
                <a:tab pos="2080895" algn="l"/>
              </a:tabLst>
            </a:pP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Isso	envolve	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esboçar</a:t>
            </a:r>
            <a:endParaRPr sz="2400" dirty="0">
              <a:solidFill>
                <a:srgbClr val="FF0000"/>
              </a:solidFill>
              <a:latin typeface="Trebuchet MS"/>
              <a:cs typeface="Trebuchet MS"/>
            </a:endParaRPr>
          </a:p>
          <a:p>
            <a:pPr marL="2070100">
              <a:lnSpc>
                <a:spcPct val="100000"/>
              </a:lnSpc>
            </a:pP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página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84345" y="4390770"/>
            <a:ext cx="49206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08279">
              <a:lnSpc>
                <a:spcPct val="100000"/>
              </a:lnSpc>
              <a:spcBef>
                <a:spcPts val="100"/>
              </a:spcBef>
              <a:tabLst>
                <a:tab pos="596265" algn="l"/>
                <a:tab pos="811530" algn="l"/>
                <a:tab pos="1658620" algn="l"/>
                <a:tab pos="2039620" algn="l"/>
                <a:tab pos="2347595" algn="l"/>
                <a:tab pos="3338195" algn="l"/>
                <a:tab pos="3479800" algn="l"/>
                <a:tab pos="4267835" algn="l"/>
              </a:tabLst>
            </a:pP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u		som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b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ea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r	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áre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	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e	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ada  i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rá	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(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	o	l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g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p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,		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nav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ga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ç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ão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98905" y="5122240"/>
            <a:ext cx="8100059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37005" algn="l"/>
                <a:tab pos="2469515" algn="l"/>
                <a:tab pos="2792095" algn="l"/>
                <a:tab pos="3839210" algn="l"/>
                <a:tab pos="5322570" algn="l"/>
                <a:tab pos="5814695" algn="l"/>
                <a:tab pos="6808470" algn="l"/>
                <a:tab pos="7752080" algn="l"/>
              </a:tabLst>
            </a:pP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p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imária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,	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títu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	e	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p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	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p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in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p</a:t>
            </a:r>
            <a:r>
              <a:rPr sz="2400" spc="5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400" spc="10" dirty="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s	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e	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xt</a:t>
            </a:r>
            <a:r>
              <a:rPr sz="2400" spc="-15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,	</a:t>
            </a: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sz="2400" spc="-20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400" dirty="0">
                <a:solidFill>
                  <a:srgbClr val="404040"/>
                </a:solidFill>
                <a:latin typeface="Trebuchet MS"/>
                <a:cs typeface="Trebuchet MS"/>
              </a:rPr>
              <a:t>gins	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solidFill>
                  <a:srgbClr val="404040"/>
                </a:solidFill>
                <a:latin typeface="Trebuchet MS"/>
                <a:cs typeface="Trebuchet MS"/>
              </a:rPr>
              <a:t>usuários,</a:t>
            </a:r>
            <a:r>
              <a:rPr sz="2400" spc="-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rebuchet MS"/>
                <a:cs typeface="Trebuchet MS"/>
              </a:rPr>
              <a:t>etc.).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005" y="616458"/>
            <a:ext cx="33587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W</a:t>
            </a:r>
            <a:r>
              <a:rPr sz="3600" spc="-15" dirty="0"/>
              <a:t>i</a:t>
            </a:r>
            <a:r>
              <a:rPr sz="3600" dirty="0"/>
              <a:t>r</a:t>
            </a:r>
            <a:r>
              <a:rPr sz="3600" spc="-15" dirty="0"/>
              <a:t>e</a:t>
            </a:r>
            <a:r>
              <a:rPr sz="3600" spc="-10" dirty="0"/>
              <a:t>f</a:t>
            </a:r>
            <a:r>
              <a:rPr sz="3600" dirty="0"/>
              <a:t>r</a:t>
            </a:r>
            <a:r>
              <a:rPr sz="3600" spc="-15" dirty="0"/>
              <a:t>am</a:t>
            </a:r>
            <a:r>
              <a:rPr sz="3600" spc="-5" dirty="0"/>
              <a:t>es</a:t>
            </a:r>
            <a:endParaRPr sz="36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705" y="1532255"/>
            <a:ext cx="414528" cy="2484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705" y="2329560"/>
            <a:ext cx="414528" cy="24841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8705" y="3463416"/>
            <a:ext cx="414528" cy="24841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25905" y="4590034"/>
            <a:ext cx="374903" cy="22707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65377" y="1440306"/>
            <a:ext cx="8155940" cy="43097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720" marR="10795" indent="-33655" algn="just">
              <a:lnSpc>
                <a:spcPct val="100000"/>
              </a:lnSpc>
              <a:spcBef>
                <a:spcPts val="95"/>
              </a:spcBef>
            </a:pPr>
            <a:r>
              <a:rPr sz="2200" spc="-75" dirty="0">
                <a:solidFill>
                  <a:srgbClr val="404040"/>
                </a:solidFill>
                <a:latin typeface="Trebuchet MS"/>
                <a:cs typeface="Trebuchet MS"/>
              </a:rPr>
              <a:t>Você </a:t>
            </a:r>
            <a:r>
              <a:rPr sz="2200" b="1" spc="-10" dirty="0">
                <a:solidFill>
                  <a:srgbClr val="404040"/>
                </a:solidFill>
                <a:latin typeface="Trebuchet MS"/>
                <a:cs typeface="Trebuchet MS"/>
              </a:rPr>
              <a:t>não </a:t>
            </a:r>
            <a:r>
              <a:rPr sz="2200" b="1" spc="-5" dirty="0">
                <a:solidFill>
                  <a:srgbClr val="404040"/>
                </a:solidFill>
                <a:latin typeface="Trebuchet MS"/>
                <a:cs typeface="Trebuchet MS"/>
              </a:rPr>
              <a:t>deve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incluir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o </a:t>
            </a:r>
            <a:r>
              <a:rPr sz="2200" b="1" spc="-10" dirty="0">
                <a:solidFill>
                  <a:srgbClr val="404040"/>
                </a:solidFill>
                <a:latin typeface="Trebuchet MS"/>
                <a:cs typeface="Trebuchet MS"/>
              </a:rPr>
              <a:t>esquema </a:t>
            </a:r>
            <a:r>
              <a:rPr sz="2200" b="1" spc="-5" dirty="0">
                <a:solidFill>
                  <a:srgbClr val="404040"/>
                </a:solidFill>
                <a:latin typeface="Trebuchet MS"/>
                <a:cs typeface="Trebuchet MS"/>
              </a:rPr>
              <a:t>de cores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, </a:t>
            </a:r>
            <a:r>
              <a:rPr sz="2200" b="1" spc="-5" dirty="0">
                <a:solidFill>
                  <a:srgbClr val="404040"/>
                </a:solidFill>
                <a:latin typeface="Trebuchet MS"/>
                <a:cs typeface="Trebuchet MS"/>
              </a:rPr>
              <a:t>opções </a:t>
            </a:r>
            <a:r>
              <a:rPr sz="2200" b="1" dirty="0">
                <a:solidFill>
                  <a:srgbClr val="404040"/>
                </a:solidFill>
                <a:latin typeface="Trebuchet MS"/>
                <a:cs typeface="Trebuchet MS"/>
              </a:rPr>
              <a:t>de </a:t>
            </a:r>
            <a:r>
              <a:rPr sz="2200" b="1" spc="-65" dirty="0">
                <a:solidFill>
                  <a:srgbClr val="404040"/>
                </a:solidFill>
                <a:latin typeface="Trebuchet MS"/>
                <a:cs typeface="Trebuchet MS"/>
              </a:rPr>
              <a:t>fonte</a:t>
            </a:r>
            <a:r>
              <a:rPr sz="2200" spc="-65" dirty="0">
                <a:solidFill>
                  <a:srgbClr val="404040"/>
                </a:solidFill>
                <a:latin typeface="Trebuchet MS"/>
                <a:cs typeface="Trebuchet MS"/>
              </a:rPr>
              <a:t>, </a:t>
            </a:r>
            <a:r>
              <a:rPr sz="22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b="1" spc="-5" dirty="0">
                <a:solidFill>
                  <a:srgbClr val="404040"/>
                </a:solidFill>
                <a:latin typeface="Trebuchet MS"/>
                <a:cs typeface="Trebuchet MS"/>
              </a:rPr>
              <a:t>planos</a:t>
            </a:r>
            <a:r>
              <a:rPr sz="2200" b="1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b="1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2200" b="1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b="1" spc="-5" dirty="0">
                <a:solidFill>
                  <a:srgbClr val="404040"/>
                </a:solidFill>
                <a:latin typeface="Trebuchet MS"/>
                <a:cs typeface="Trebuchet MS"/>
              </a:rPr>
              <a:t>fundo</a:t>
            </a:r>
            <a:r>
              <a:rPr sz="2200" b="1" spc="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ou</a:t>
            </a:r>
            <a:r>
              <a:rPr sz="22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b="1" spc="-10" dirty="0">
                <a:solidFill>
                  <a:srgbClr val="404040"/>
                </a:solidFill>
                <a:latin typeface="Trebuchet MS"/>
                <a:cs typeface="Trebuchet MS"/>
              </a:rPr>
              <a:t>imagens</a:t>
            </a:r>
            <a:r>
              <a:rPr sz="2200" b="1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para</a:t>
            </a:r>
            <a:r>
              <a:rPr sz="22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site</a:t>
            </a:r>
            <a:r>
              <a:rPr sz="22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no</a:t>
            </a:r>
            <a:r>
              <a:rPr sz="22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wireframe.</a:t>
            </a:r>
            <a:endParaRPr sz="2200">
              <a:latin typeface="Trebuchet MS"/>
              <a:cs typeface="Trebuchet MS"/>
            </a:endParaRPr>
          </a:p>
          <a:p>
            <a:pPr marL="45720" marR="9525" indent="-22860" algn="just">
              <a:lnSpc>
                <a:spcPct val="100000"/>
              </a:lnSpc>
              <a:spcBef>
                <a:spcPts val="994"/>
              </a:spcBef>
            </a:pP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Ele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deve</a:t>
            </a:r>
            <a:r>
              <a:rPr sz="2200" spc="6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se </a:t>
            </a:r>
            <a:r>
              <a:rPr sz="2200" b="1" spc="-20" dirty="0">
                <a:solidFill>
                  <a:srgbClr val="404040"/>
                </a:solidFill>
                <a:latin typeface="Trebuchet MS"/>
                <a:cs typeface="Trebuchet MS"/>
              </a:rPr>
              <a:t>concentrar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em 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quais </a:t>
            </a:r>
            <a:r>
              <a:rPr sz="2200" b="1" spc="-5" dirty="0">
                <a:solidFill>
                  <a:srgbClr val="404040"/>
                </a:solidFill>
                <a:latin typeface="Trebuchet MS"/>
                <a:cs typeface="Trebuchet MS"/>
              </a:rPr>
              <a:t>informações 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precisam</a:t>
            </a:r>
            <a:r>
              <a:rPr sz="2200" spc="6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80" dirty="0">
                <a:solidFill>
                  <a:srgbClr val="404040"/>
                </a:solidFill>
                <a:latin typeface="Trebuchet MS"/>
                <a:cs typeface="Trebuchet MS"/>
              </a:rPr>
              <a:t>estar </a:t>
            </a:r>
            <a:r>
              <a:rPr sz="22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em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cada </a:t>
            </a:r>
            <a:r>
              <a:rPr sz="2200" b="1" spc="-5" dirty="0">
                <a:solidFill>
                  <a:srgbClr val="404040"/>
                </a:solidFill>
                <a:latin typeface="Trebuchet MS"/>
                <a:cs typeface="Trebuchet MS"/>
              </a:rPr>
              <a:t>página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e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criar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uma </a:t>
            </a:r>
            <a:r>
              <a:rPr sz="2200" b="1" spc="-20" dirty="0">
                <a:solidFill>
                  <a:srgbClr val="404040"/>
                </a:solidFill>
                <a:latin typeface="Trebuchet MS"/>
                <a:cs typeface="Trebuchet MS"/>
              </a:rPr>
              <a:t>hierarquia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visual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para 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indicar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as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partes</a:t>
            </a:r>
            <a:r>
              <a:rPr sz="2200" spc="-4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mais</a:t>
            </a:r>
            <a:r>
              <a:rPr sz="22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importantes</a:t>
            </a:r>
            <a:r>
              <a:rPr sz="2200" spc="-5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de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cada</a:t>
            </a:r>
            <a:r>
              <a:rPr sz="2200" spc="-6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página.</a:t>
            </a:r>
            <a:endParaRPr sz="2200">
              <a:latin typeface="Trebuchet MS"/>
              <a:cs typeface="Trebuchet MS"/>
            </a:endParaRPr>
          </a:p>
          <a:p>
            <a:pPr marL="45720" marR="6350" indent="43815" algn="just">
              <a:lnSpc>
                <a:spcPct val="100000"/>
              </a:lnSpc>
              <a:spcBef>
                <a:spcPts val="1010"/>
              </a:spcBef>
            </a:pP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Os</a:t>
            </a:r>
            <a:r>
              <a:rPr sz="22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i="1" spc="-10" dirty="0">
                <a:solidFill>
                  <a:srgbClr val="404040"/>
                </a:solidFill>
                <a:latin typeface="Trebuchet MS"/>
                <a:cs typeface="Trebuchet MS"/>
              </a:rPr>
              <a:t>wireframes</a:t>
            </a:r>
            <a:r>
              <a:rPr sz="2200" i="1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facilitam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 o</a:t>
            </a:r>
            <a:r>
              <a:rPr sz="22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design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porque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você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sabe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80" dirty="0">
                <a:solidFill>
                  <a:srgbClr val="404040"/>
                </a:solidFill>
                <a:latin typeface="Trebuchet MS"/>
                <a:cs typeface="Trebuchet MS"/>
              </a:rPr>
              <a:t>quais </a:t>
            </a:r>
            <a:r>
              <a:rPr sz="2200" spc="-7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informações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 precisam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aparecer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 em</a:t>
            </a:r>
            <a:r>
              <a:rPr sz="220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qual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página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antes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20" dirty="0">
                <a:solidFill>
                  <a:srgbClr val="404040"/>
                </a:solidFill>
                <a:latin typeface="Trebuchet MS"/>
                <a:cs typeface="Trebuchet MS"/>
              </a:rPr>
              <a:t>de 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considerar</a:t>
            </a:r>
            <a:r>
              <a:rPr sz="22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rebuchet MS"/>
                <a:cs typeface="Trebuchet MS"/>
              </a:rPr>
              <a:t>como</a:t>
            </a:r>
            <a:r>
              <a:rPr sz="2200" spc="-3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sz="2200" spc="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5" dirty="0">
                <a:solidFill>
                  <a:srgbClr val="404040"/>
                </a:solidFill>
                <a:latin typeface="Trebuchet MS"/>
                <a:cs typeface="Trebuchet MS"/>
              </a:rPr>
              <a:t>página</a:t>
            </a:r>
            <a:r>
              <a:rPr sz="2200" spc="-3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Trebuchet MS"/>
                <a:cs typeface="Trebuchet MS"/>
              </a:rPr>
              <a:t>deve</a:t>
            </a:r>
            <a:r>
              <a:rPr sz="2200" spc="-6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200" spc="-105" dirty="0">
                <a:solidFill>
                  <a:srgbClr val="404040"/>
                </a:solidFill>
                <a:latin typeface="Trebuchet MS"/>
                <a:cs typeface="Trebuchet MS"/>
              </a:rPr>
              <a:t>ficar.</a:t>
            </a:r>
            <a:endParaRPr sz="2200">
              <a:latin typeface="Trebuchet MS"/>
              <a:cs typeface="Trebuchet MS"/>
            </a:endParaRPr>
          </a:p>
          <a:p>
            <a:pPr marL="448309" marR="15875" indent="12065" algn="just">
              <a:lnSpc>
                <a:spcPct val="100000"/>
              </a:lnSpc>
              <a:spcBef>
                <a:spcPts val="1010"/>
              </a:spcBef>
            </a:pPr>
            <a:r>
              <a:rPr sz="2000" spc="-45" dirty="0">
                <a:solidFill>
                  <a:srgbClr val="404040"/>
                </a:solidFill>
                <a:latin typeface="Trebuchet MS"/>
                <a:cs typeface="Trebuchet MS"/>
              </a:rPr>
              <a:t>Pode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ser muito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útil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mostrar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os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wireframes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de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um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site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para </a:t>
            </a:r>
            <a:r>
              <a:rPr sz="2000" spc="-235" dirty="0">
                <a:solidFill>
                  <a:srgbClr val="404040"/>
                </a:solidFill>
                <a:latin typeface="Trebuchet MS"/>
                <a:cs typeface="Trebuchet MS"/>
              </a:rPr>
              <a:t>um </a:t>
            </a:r>
            <a:r>
              <a:rPr sz="2000" spc="-229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cliente antes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de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mostrar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um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design.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Ele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permite que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o 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cliente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 garanta que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o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site </a:t>
            </a:r>
            <a:r>
              <a:rPr sz="2000" spc="-15" dirty="0">
                <a:solidFill>
                  <a:srgbClr val="404040"/>
                </a:solidFill>
                <a:latin typeface="Trebuchet MS"/>
                <a:cs typeface="Trebuchet MS"/>
              </a:rPr>
              <a:t>tenha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todas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as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funções </a:t>
            </a:r>
            <a:r>
              <a:rPr sz="2000" dirty="0">
                <a:solidFill>
                  <a:srgbClr val="404040"/>
                </a:solidFill>
                <a:latin typeface="Trebuchet MS"/>
                <a:cs typeface="Trebuchet MS"/>
              </a:rPr>
              <a:t>e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informações que ele </a:t>
            </a:r>
            <a:r>
              <a:rPr sz="2000" spc="-5" dirty="0">
                <a:solidFill>
                  <a:srgbClr val="404040"/>
                </a:solidFill>
                <a:latin typeface="Trebuchet MS"/>
                <a:cs typeface="Trebuchet MS"/>
              </a:rPr>
              <a:t> precisa</a:t>
            </a:r>
            <a:r>
              <a:rPr sz="2000" spc="-70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000" spc="-65" dirty="0">
                <a:solidFill>
                  <a:srgbClr val="404040"/>
                </a:solidFill>
                <a:latin typeface="Trebuchet MS"/>
                <a:cs typeface="Trebuchet MS"/>
              </a:rPr>
              <a:t>oferecer.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t>32</a:t>
            </a:fld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12691"/>
            <a:ext cx="449580" cy="2845435"/>
          </a:xfrm>
          <a:custGeom>
            <a:avLst/>
            <a:gdLst/>
            <a:ahLst/>
            <a:cxnLst/>
            <a:rect l="l" t="t" r="r" b="b"/>
            <a:pathLst>
              <a:path w="449580" h="2845434">
                <a:moveTo>
                  <a:pt x="0" y="0"/>
                </a:moveTo>
                <a:lnTo>
                  <a:pt x="0" y="2845307"/>
                </a:lnTo>
                <a:lnTo>
                  <a:pt x="449580" y="2845307"/>
                </a:lnTo>
                <a:lnTo>
                  <a:pt x="0" y="0"/>
                </a:lnTo>
                <a:close/>
              </a:path>
            </a:pathLst>
          </a:custGeom>
          <a:solidFill>
            <a:srgbClr val="90C224">
              <a:alpha val="8509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6005" y="616458"/>
            <a:ext cx="66353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Wireframe</a:t>
            </a:r>
            <a:r>
              <a:rPr sz="3600" spc="-90" dirty="0"/>
              <a:t> </a:t>
            </a:r>
            <a:r>
              <a:rPr sz="3600" dirty="0"/>
              <a:t>-</a:t>
            </a:r>
            <a:r>
              <a:rPr sz="3600" spc="-85" dirty="0"/>
              <a:t> </a:t>
            </a:r>
            <a:r>
              <a:rPr sz="3600" spc="-15" dirty="0"/>
              <a:t>Exemplo</a:t>
            </a:r>
            <a:endParaRPr sz="360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18460" y="1496567"/>
            <a:ext cx="4914899" cy="475183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t>33</a:t>
            </a:fld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005" y="616458"/>
            <a:ext cx="633059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W</a:t>
            </a:r>
            <a:r>
              <a:rPr sz="3600" spc="-15" dirty="0"/>
              <a:t>i</a:t>
            </a:r>
            <a:r>
              <a:rPr sz="3600" dirty="0"/>
              <a:t>r</a:t>
            </a:r>
            <a:r>
              <a:rPr sz="3600" spc="-15" dirty="0"/>
              <a:t>e</a:t>
            </a:r>
            <a:r>
              <a:rPr sz="3600" spc="-10" dirty="0"/>
              <a:t>f</a:t>
            </a:r>
            <a:r>
              <a:rPr sz="3600" dirty="0"/>
              <a:t>r</a:t>
            </a:r>
            <a:r>
              <a:rPr sz="3600" spc="-15" dirty="0"/>
              <a:t>am</a:t>
            </a:r>
            <a:r>
              <a:rPr sz="3600" spc="-5" dirty="0"/>
              <a:t>es</a:t>
            </a:r>
            <a:r>
              <a:rPr lang="pt-BR" sz="3600" spc="-5" dirty="0"/>
              <a:t> - Exemplo</a:t>
            </a:r>
            <a:endParaRPr sz="3600" dirty="0"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t>34</a:t>
            </a:fld>
            <a:endParaRPr dirty="0"/>
          </a:p>
        </p:txBody>
      </p:sp>
      <p:pic>
        <p:nvPicPr>
          <p:cNvPr id="1030" name="Picture 6" descr="A importância dos Wireframes - Des1gnON">
            <a:extLst>
              <a:ext uri="{FF2B5EF4-FFF2-40B4-BE49-F238E27FC236}">
                <a16:creationId xmlns:a16="http://schemas.microsoft.com/office/drawing/2014/main" id="{0549212A-0E03-4F01-0D5C-FCC46785DA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371600"/>
            <a:ext cx="7543800" cy="5196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43369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1563" y="476999"/>
            <a:ext cx="7099198" cy="123192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5535" y="628459"/>
            <a:ext cx="6436995" cy="6978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400" b="0" dirty="0">
                <a:latin typeface="Trebuchet MS"/>
                <a:cs typeface="Trebuchet MS"/>
              </a:rPr>
              <a:t>Curiosidades</a:t>
            </a:r>
            <a:r>
              <a:rPr sz="4400" b="0" spc="-25" dirty="0">
                <a:latin typeface="Trebuchet MS"/>
                <a:cs typeface="Trebuchet MS"/>
              </a:rPr>
              <a:t> </a:t>
            </a:r>
            <a:r>
              <a:rPr sz="4400" b="0" spc="-5" dirty="0">
                <a:latin typeface="Trebuchet MS"/>
                <a:cs typeface="Trebuchet MS"/>
              </a:rPr>
              <a:t>sobre</a:t>
            </a:r>
            <a:r>
              <a:rPr sz="4400" b="0" spc="-20" dirty="0">
                <a:latin typeface="Trebuchet MS"/>
                <a:cs typeface="Trebuchet MS"/>
              </a:rPr>
              <a:t> </a:t>
            </a:r>
            <a:r>
              <a:rPr sz="4400" b="0" spc="5" dirty="0">
                <a:latin typeface="Trebuchet MS"/>
                <a:cs typeface="Trebuchet MS"/>
              </a:rPr>
              <a:t>a</a:t>
            </a:r>
            <a:r>
              <a:rPr sz="4400" b="0" spc="-30" dirty="0">
                <a:latin typeface="Trebuchet MS"/>
                <a:cs typeface="Trebuchet MS"/>
              </a:rPr>
              <a:t> </a:t>
            </a:r>
            <a:r>
              <a:rPr sz="4400" b="0" spc="5" dirty="0">
                <a:latin typeface="Trebuchet MS"/>
                <a:cs typeface="Trebuchet MS"/>
              </a:rPr>
              <a:t>Web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5535" y="2047946"/>
            <a:ext cx="8350884" cy="2746375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0"/>
              </a:spcBef>
              <a:tabLst>
                <a:tab pos="356235" algn="l"/>
              </a:tabLst>
            </a:pPr>
            <a:r>
              <a:rPr sz="1600" spc="-165" dirty="0">
                <a:solidFill>
                  <a:srgbClr val="5ECAEE"/>
                </a:solidFill>
                <a:latin typeface="Cambria"/>
                <a:cs typeface="Cambria"/>
              </a:rPr>
              <a:t>▶	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Apresenta</a:t>
            </a:r>
            <a:r>
              <a:rPr sz="2000" spc="-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cronologicamente</a:t>
            </a:r>
            <a:r>
              <a:rPr sz="2000" spc="-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a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 evolução</a:t>
            </a:r>
            <a:r>
              <a:rPr sz="20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da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 web.</a:t>
            </a:r>
            <a:endParaRPr sz="2000">
              <a:latin typeface="Trebuchet MS"/>
              <a:cs typeface="Trebuchet MS"/>
            </a:endParaRPr>
          </a:p>
          <a:p>
            <a:pPr marL="469900" algn="just">
              <a:lnSpc>
                <a:spcPct val="100000"/>
              </a:lnSpc>
              <a:spcBef>
                <a:spcPts val="994"/>
              </a:spcBef>
            </a:pPr>
            <a:r>
              <a:rPr sz="1450" spc="-150" dirty="0">
                <a:solidFill>
                  <a:srgbClr val="5ECAEE"/>
                </a:solidFill>
                <a:latin typeface="Cambria"/>
                <a:cs typeface="Cambria"/>
              </a:rPr>
              <a:t>▶</a:t>
            </a:r>
            <a:r>
              <a:rPr sz="1450" spc="305" dirty="0">
                <a:solidFill>
                  <a:srgbClr val="5ECAEE"/>
                </a:solidFill>
                <a:latin typeface="Cambria"/>
                <a:cs typeface="Cambria"/>
              </a:rPr>
              <a:t> </a:t>
            </a:r>
            <a:r>
              <a:rPr sz="1800" u="heavy" spc="-5" dirty="0">
                <a:solidFill>
                  <a:srgbClr val="3ECCE6"/>
                </a:solidFill>
                <a:uFill>
                  <a:solidFill>
                    <a:srgbClr val="3ECCE6"/>
                  </a:solidFill>
                </a:uFill>
                <a:latin typeface="Trebuchet MS"/>
                <a:cs typeface="Trebuchet MS"/>
                <a:hlinkClick r:id="rId3"/>
              </a:rPr>
              <a:t>http://www.evolutionoftheweb.com/?hl=pt-br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650">
              <a:latin typeface="Trebuchet MS"/>
              <a:cs typeface="Trebuchet MS"/>
            </a:endParaRPr>
          </a:p>
          <a:p>
            <a:pPr marL="356235" marR="5080" indent="-344170" algn="just">
              <a:lnSpc>
                <a:spcPct val="100000"/>
              </a:lnSpc>
            </a:pPr>
            <a:r>
              <a:rPr sz="1600" spc="-165" dirty="0">
                <a:solidFill>
                  <a:srgbClr val="5ECAEE"/>
                </a:solidFill>
                <a:latin typeface="Cambria"/>
                <a:cs typeface="Cambria"/>
              </a:rPr>
              <a:t>▶</a:t>
            </a:r>
            <a:r>
              <a:rPr sz="1600" spc="-160" dirty="0">
                <a:solidFill>
                  <a:srgbClr val="5ECAEE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É mantida por uma 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organização 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sem 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fins lucrativos,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 que criou uma </a:t>
            </a:r>
            <a:r>
              <a:rPr sz="2000" spc="-59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biblioteca virtual que reúne 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livros, 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filmes, 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músicas, programas e mais </a:t>
            </a:r>
            <a:r>
              <a:rPr sz="2000" spc="-59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de</a:t>
            </a:r>
            <a:r>
              <a:rPr sz="20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450 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bilhões 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de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páginas</a:t>
            </a:r>
            <a:r>
              <a:rPr sz="20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da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 web.</a:t>
            </a:r>
            <a:endParaRPr sz="2000">
              <a:latin typeface="Trebuchet MS"/>
              <a:cs typeface="Trebuchet MS"/>
            </a:endParaRPr>
          </a:p>
          <a:p>
            <a:pPr marL="469900" algn="just">
              <a:lnSpc>
                <a:spcPct val="100000"/>
              </a:lnSpc>
              <a:spcBef>
                <a:spcPts val="1000"/>
              </a:spcBef>
            </a:pPr>
            <a:r>
              <a:rPr sz="1450" spc="-155" dirty="0">
                <a:solidFill>
                  <a:srgbClr val="5ECAEE"/>
                </a:solidFill>
                <a:latin typeface="Cambria"/>
                <a:cs typeface="Cambria"/>
              </a:rPr>
              <a:t>▶</a:t>
            </a:r>
            <a:r>
              <a:rPr sz="1450" spc="310" dirty="0">
                <a:solidFill>
                  <a:srgbClr val="5ECAEE"/>
                </a:solidFill>
                <a:latin typeface="Cambria"/>
                <a:cs typeface="Cambria"/>
              </a:rPr>
              <a:t> </a:t>
            </a:r>
            <a:r>
              <a:rPr sz="1800" u="heavy" spc="-5" dirty="0">
                <a:solidFill>
                  <a:srgbClr val="3ECCE6"/>
                </a:solidFill>
                <a:uFill>
                  <a:solidFill>
                    <a:srgbClr val="3ECCE6"/>
                  </a:solidFill>
                </a:uFill>
                <a:latin typeface="Trebuchet MS"/>
                <a:cs typeface="Trebuchet MS"/>
              </a:rPr>
              <a:t>https://web.archive.org/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2765" y="507606"/>
            <a:ext cx="2976841" cy="101339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5535" y="629907"/>
            <a:ext cx="2423795" cy="5759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600" b="0" dirty="0">
                <a:latin typeface="Trebuchet MS"/>
                <a:cs typeface="Trebuchet MS"/>
              </a:rPr>
              <a:t>Referências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5535" y="2187968"/>
            <a:ext cx="8091170" cy="2807179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56235" marR="5080" indent="-344170">
              <a:lnSpc>
                <a:spcPts val="2390"/>
              </a:lnSpc>
              <a:spcBef>
                <a:spcPts val="190"/>
              </a:spcBef>
              <a:tabLst>
                <a:tab pos="356235" algn="l"/>
              </a:tabLst>
            </a:pPr>
            <a:r>
              <a:rPr sz="1600" spc="-165" dirty="0">
                <a:solidFill>
                  <a:srgbClr val="5ECAEE"/>
                </a:solidFill>
                <a:latin typeface="Cambria"/>
                <a:cs typeface="Cambria"/>
              </a:rPr>
              <a:t>▶	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KUROSE, 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J. 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F. 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e 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ROSS, K. 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- 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Redes de 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Computadores e a 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Internet </a:t>
            </a:r>
            <a:r>
              <a:rPr sz="2000" dirty="0">
                <a:solidFill>
                  <a:srgbClr val="3F3F3F"/>
                </a:solidFill>
                <a:latin typeface="Trebuchet MS"/>
                <a:cs typeface="Trebuchet MS"/>
              </a:rPr>
              <a:t>- 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5ª </a:t>
            </a:r>
            <a:r>
              <a:rPr sz="2000" spc="-59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Ed.,</a:t>
            </a:r>
            <a:r>
              <a:rPr sz="2000" spc="-15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Pearson,</a:t>
            </a:r>
            <a:r>
              <a:rPr sz="2000" spc="-10" dirty="0">
                <a:solidFill>
                  <a:srgbClr val="3F3F3F"/>
                </a:solidFill>
                <a:latin typeface="Trebuchet MS"/>
                <a:cs typeface="Trebuchet MS"/>
              </a:rPr>
              <a:t> 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</a:rPr>
              <a:t>2010.</a:t>
            </a:r>
            <a:endParaRPr sz="20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  <a:tabLst>
                <a:tab pos="356235" algn="l"/>
              </a:tabLst>
            </a:pPr>
            <a:r>
              <a:rPr sz="1600" spc="-165" dirty="0">
                <a:solidFill>
                  <a:srgbClr val="5ECAEE"/>
                </a:solidFill>
                <a:latin typeface="Cambria"/>
                <a:cs typeface="Cambria"/>
              </a:rPr>
              <a:t>▶	</a:t>
            </a:r>
            <a:r>
              <a:rPr sz="2000" u="heavy" spc="-5" dirty="0">
                <a:solidFill>
                  <a:srgbClr val="3ECCE6"/>
                </a:solidFill>
                <a:uFill>
                  <a:solidFill>
                    <a:srgbClr val="3ECCE6"/>
                  </a:solidFill>
                </a:uFill>
                <a:latin typeface="Trebuchet MS"/>
                <a:cs typeface="Trebuchet MS"/>
                <a:hlinkClick r:id="rId3"/>
              </a:rPr>
              <a:t>http://www.w3c.br/</a:t>
            </a:r>
            <a:endParaRPr sz="20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6235" algn="l"/>
              </a:tabLst>
            </a:pPr>
            <a:r>
              <a:rPr sz="1600" spc="-165" dirty="0">
                <a:solidFill>
                  <a:srgbClr val="5ECAEE"/>
                </a:solidFill>
                <a:latin typeface="Cambria"/>
                <a:cs typeface="Cambria"/>
              </a:rPr>
              <a:t>▶	</a:t>
            </a:r>
            <a:r>
              <a:rPr sz="2000" u="heavy" spc="-5" dirty="0">
                <a:solidFill>
                  <a:srgbClr val="3ECCE6"/>
                </a:solidFill>
                <a:uFill>
                  <a:solidFill>
                    <a:srgbClr val="3ECCE6"/>
                  </a:solidFill>
                </a:uFill>
                <a:latin typeface="Trebuchet MS"/>
                <a:cs typeface="Trebuchet MS"/>
              </a:rPr>
              <a:t>https://</a:t>
            </a:r>
            <a:r>
              <a:rPr sz="2000" u="heavy" spc="-5" dirty="0">
                <a:solidFill>
                  <a:srgbClr val="3ECCE6"/>
                </a:solidFill>
                <a:uFill>
                  <a:solidFill>
                    <a:srgbClr val="3ECCE6"/>
                  </a:solidFill>
                </a:uFill>
                <a:latin typeface="Trebuchet MS"/>
                <a:cs typeface="Trebuchet MS"/>
                <a:hlinkClick r:id="rId4"/>
              </a:rPr>
              <a:t>www.internetsociety.org/</a:t>
            </a:r>
            <a:endParaRPr sz="20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6235" algn="l"/>
              </a:tabLst>
            </a:pPr>
            <a:r>
              <a:rPr sz="1600" spc="-165" dirty="0">
                <a:solidFill>
                  <a:srgbClr val="5ECAEE"/>
                </a:solidFill>
                <a:latin typeface="Cambria"/>
                <a:cs typeface="Cambria"/>
              </a:rPr>
              <a:t>▶	</a:t>
            </a:r>
            <a:r>
              <a:rPr sz="2000" spc="-5" dirty="0">
                <a:solidFill>
                  <a:srgbClr val="3F3F3F"/>
                </a:solidFill>
                <a:latin typeface="Trebuchet MS"/>
                <a:cs typeface="Trebuchet MS"/>
                <a:hlinkClick r:id="rId5"/>
              </a:rPr>
              <a:t>https://www.html5rocks.com/</a:t>
            </a:r>
            <a:endParaRPr lang="pt-BR" sz="2000" spc="-5" dirty="0">
              <a:solidFill>
                <a:srgbClr val="3F3F3F"/>
              </a:solidFill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6235" algn="l"/>
              </a:tabLst>
            </a:pPr>
            <a:r>
              <a:rPr lang="pt-BR" sz="2000" dirty="0">
                <a:latin typeface="Trebuchet MS"/>
                <a:cs typeface="Trebuchet MS"/>
                <a:hlinkClick r:id="rId6"/>
              </a:rPr>
              <a:t>https://gs.statcounter.com/browser-market-share/mobile/worldwide</a:t>
            </a:r>
            <a:endParaRPr lang="pt-BR" sz="20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6235" algn="l"/>
              </a:tabLst>
            </a:pPr>
            <a:endParaRPr sz="20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368</TotalTime>
  <Words>2282</Words>
  <Application>Microsoft Office PowerPoint</Application>
  <PresentationFormat>Widescreen</PresentationFormat>
  <Paragraphs>226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Arial</vt:lpstr>
      <vt:lpstr>Arial MT</vt:lpstr>
      <vt:lpstr>Calibri</vt:lpstr>
      <vt:lpstr>Cambria</vt:lpstr>
      <vt:lpstr>Google Sans</vt:lpstr>
      <vt:lpstr>quote-cjk-patch</vt:lpstr>
      <vt:lpstr>Times New Roman</vt:lpstr>
      <vt:lpstr>Trebuchet MS</vt:lpstr>
      <vt:lpstr>Office Theme</vt:lpstr>
      <vt:lpstr>PowerPoint Presentation</vt:lpstr>
      <vt:lpstr>Agenda</vt:lpstr>
      <vt:lpstr>O que é Internet?</vt:lpstr>
      <vt:lpstr>Como a web funciona</vt:lpstr>
      <vt:lpstr>Como a web funciona</vt:lpstr>
      <vt:lpstr>Como a web funciona 3- O número exclusivo que o servidor DNS retorna ao seu computador permite que o  navegador entre em contato com o servidor da Web que hospeda o site solicitado. Um  servidor da Web é um computador que está constantemente conectado à Web e é  configurado especialmente para enviar páginas da Web aos usuários.</vt:lpstr>
      <vt:lpstr>Como a web funciona</vt:lpstr>
      <vt:lpstr>Breve Histórico da Internet</vt:lpstr>
      <vt:lpstr>Breve Histórico da Internet</vt:lpstr>
      <vt:lpstr>Breve Histórico da Internet</vt:lpstr>
      <vt:lpstr>Breve Histórico da Internet</vt:lpstr>
      <vt:lpstr>Evolução da Web</vt:lpstr>
      <vt:lpstr>Evolução da Web - Padrões Web</vt:lpstr>
      <vt:lpstr>Evolução da Web - Padrões Web</vt:lpstr>
      <vt:lpstr>Evolução da Web - Padrões Web</vt:lpstr>
      <vt:lpstr>Evolução da Web - Padrões Web</vt:lpstr>
      <vt:lpstr>Gerações da Web</vt:lpstr>
      <vt:lpstr>Gerações da Web</vt:lpstr>
      <vt:lpstr>Gerações da Web</vt:lpstr>
      <vt:lpstr>Gerações da Web</vt:lpstr>
      <vt:lpstr>Gerações da Web</vt:lpstr>
      <vt:lpstr>Gerações da Web</vt:lpstr>
      <vt:lpstr>Desenvolvimento WEB</vt:lpstr>
      <vt:lpstr>Desenvolvimento Client-Side e Server-  Side</vt:lpstr>
      <vt:lpstr>Acesso a Web</vt:lpstr>
      <vt:lpstr>Acesso à Web - Navegadores</vt:lpstr>
      <vt:lpstr>Navegadores - Mundo</vt:lpstr>
      <vt:lpstr>Navegadores - Brasil</vt:lpstr>
      <vt:lpstr>Dispositivos mobile</vt:lpstr>
      <vt:lpstr>Sistema Operacional</vt:lpstr>
      <vt:lpstr>Wireframes</vt:lpstr>
      <vt:lpstr>Wireframes</vt:lpstr>
      <vt:lpstr>Wireframe - Exemplo</vt:lpstr>
      <vt:lpstr>Wireframes - Exemplo</vt:lpstr>
      <vt:lpstr>Curiosidades sobre a Web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Henrique Dias Pastor</cp:lastModifiedBy>
  <cp:revision>44</cp:revision>
  <dcterms:created xsi:type="dcterms:W3CDTF">2024-01-30T18:31:59Z</dcterms:created>
  <dcterms:modified xsi:type="dcterms:W3CDTF">2025-08-07T22:42:52Z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2022-03-09T00:00:00Z</vt:filetime>
  </property>
  <property fmtid="{D5CDD505-2E9C-101B-9397-08002B2CF9AE}" pid="3" name="Creator">
    <vt:lpwstr>Draw</vt:lpwstr>
  </property>
  <property fmtid="{D5CDD505-2E9C-101B-9397-08002B2CF9AE}" pid="4" name="LastSaved">
    <vt:filetime>2022-03-09T00:00:00Z</vt:filetime>
  </property>
</Properties>
</file>